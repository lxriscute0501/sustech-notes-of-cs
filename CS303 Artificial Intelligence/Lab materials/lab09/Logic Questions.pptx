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301" r:id="rId4"/>
    <p:sldId id="27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9"/>
    <p:restoredTop sz="95964"/>
  </p:normalViewPr>
  <p:slideViewPr>
    <p:cSldViewPr snapToGrid="0" snapToObjects="1">
      <p:cViewPr varScale="1">
        <p:scale>
          <a:sx n="69" d="100"/>
          <a:sy n="69" d="100"/>
        </p:scale>
        <p:origin x="5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Logic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Questions 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20675" y="305571"/>
            <a:ext cx="4657765" cy="708025"/>
          </a:xfrm>
        </p:spPr>
        <p:txBody>
          <a:bodyPr/>
          <a:lstStyle/>
          <a:p>
            <a:r>
              <a:rPr kumimoji="1" lang="en-US" altLang="zh-CN" b="1" dirty="0">
                <a:solidFill>
                  <a:schemeClr val="accent1"/>
                </a:solidFill>
              </a:rPr>
              <a:t>Propositional Logic</a:t>
            </a:r>
            <a:endParaRPr kumimoji="1"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36434" y="1799269"/>
            <a:ext cx="9284012" cy="462468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best combination of the six important players in the volleyball team (1, 3, 4, 6, 9, 12) should follow the following rules: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Players 4 and 6 need to play together.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Player 3 does not play the game if and only if player 1 does not play.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Either player 3 or player 6 should appear on the court, and they can not appear at the same time.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players 9 and 12 are on the court, then player 4 must be on the court.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en-US" altLang="zh-CN" b="1" dirty="0"/>
              <a:t>If players 1 and 12 need to play at the same time in one game, who of the other 4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players should play?</a:t>
            </a:r>
            <a:endParaRPr kumimoji="1" lang="en-US" altLang="zh-CN" b="1" dirty="0"/>
          </a:p>
          <a:p>
            <a:pPr>
              <a:buAutoNum type="arabicParenBoth"/>
            </a:pPr>
            <a:r>
              <a:rPr kumimoji="1" lang="en-US" altLang="zh-CN" b="1" dirty="0"/>
              <a:t>Please use propositional logic to represent the above statement.</a:t>
            </a:r>
            <a:endParaRPr kumimoji="1" lang="en-US" altLang="zh-CN" b="1" dirty="0"/>
          </a:p>
          <a:p>
            <a:pPr>
              <a:buAutoNum type="arabicParenBoth"/>
            </a:pPr>
            <a:r>
              <a:rPr kumimoji="1" lang="en-US" altLang="zh-CN" b="1" dirty="0"/>
              <a:t>Convert them into a CNF.</a:t>
            </a:r>
            <a:endParaRPr kumimoji="1" lang="en-US" altLang="zh-CN" b="1" dirty="0"/>
          </a:p>
          <a:p>
            <a:pPr>
              <a:buAutoNum type="arabicParenBoth"/>
            </a:pPr>
            <a:r>
              <a:rPr kumimoji="1" lang="en-US" altLang="zh-CN" b="1" dirty="0"/>
              <a:t> Apply the DPLL algorithm to derive which players should be on the court.</a:t>
            </a:r>
            <a:endParaRPr kumimoji="1" lang="en-US" altLang="zh-C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980501" y="1843336"/>
            <a:ext cx="8824913" cy="3416300"/>
          </a:xfrm>
        </p:spPr>
        <p:txBody>
          <a:bodyPr/>
          <a:lstStyle/>
          <a:p>
            <a:r>
              <a:rPr kumimoji="1" lang="en-US" altLang="zh-CN" dirty="0"/>
              <a:t>Anyone who passes the AI exam and wins a prize is happy.</a:t>
            </a:r>
            <a:endParaRPr kumimoji="1" lang="en-US" altLang="zh-CN" dirty="0"/>
          </a:p>
          <a:p>
            <a:r>
              <a:rPr kumimoji="1" lang="en-US" altLang="zh-CN" dirty="0"/>
              <a:t>Anyone willing to learn or lucky can pass all the exams.</a:t>
            </a:r>
            <a:endParaRPr kumimoji="1" lang="en-US" altLang="zh-CN" dirty="0"/>
          </a:p>
          <a:p>
            <a:r>
              <a:rPr kumimoji="1" lang="en-US" altLang="zh-CN" dirty="0" err="1"/>
              <a:t>Zhansan</a:t>
            </a:r>
            <a:r>
              <a:rPr kumimoji="1" lang="en-US" altLang="zh-CN" dirty="0"/>
              <a:t> is not willing to learn but he is lucky.</a:t>
            </a:r>
            <a:endParaRPr kumimoji="1" lang="en-US" altLang="zh-CN" dirty="0"/>
          </a:p>
          <a:p>
            <a:r>
              <a:rPr kumimoji="1" lang="en-US" altLang="zh-CN" dirty="0"/>
              <a:t>Any lucky person can win a prize.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Show 𝑍h𝑎𝑛𝑔𝑆𝑎𝑛 is Happy</a:t>
            </a:r>
            <a:r>
              <a:rPr kumimoji="1" lang="zh-CN" altLang="en-US" dirty="0"/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resolution.</a:t>
            </a:r>
            <a:endParaRPr kumimoji="1" lang="zh-CN" altLang="en-US" dirty="0"/>
          </a:p>
        </p:txBody>
      </p:sp>
      <p:sp>
        <p:nvSpPr>
          <p:cNvPr id="4" name="标题 1"/>
          <p:cNvSpPr txBox="1"/>
          <p:nvPr/>
        </p:nvSpPr>
        <p:spPr bwMode="gray">
          <a:xfrm>
            <a:off x="920675" y="305571"/>
            <a:ext cx="4657765" cy="708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kumimoji="1" lang="en-US" altLang="zh-CN" b="1" dirty="0">
                <a:solidFill>
                  <a:schemeClr val="accent1"/>
                </a:solidFill>
              </a:rPr>
              <a:t>First-order Logic</a:t>
            </a:r>
            <a:endParaRPr kumimoji="1" lang="zh-CN" altLang="en-US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离子会议室</Template>
  <TotalTime>0</TotalTime>
  <Words>961</Words>
  <Application>WPS 演示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9" baseType="lpstr">
      <vt:lpstr>Arial</vt:lpstr>
      <vt:lpstr>宋体</vt:lpstr>
      <vt:lpstr>Wingdings</vt:lpstr>
      <vt:lpstr>Wingdings 3</vt:lpstr>
      <vt:lpstr>Symbol</vt:lpstr>
      <vt:lpstr>Arial</vt:lpstr>
      <vt:lpstr>TimesNewRomanPSMT</vt:lpstr>
      <vt:lpstr>Times New Roman</vt:lpstr>
      <vt:lpstr>Cambria Math</vt:lpstr>
      <vt:lpstr>Century Gothic</vt:lpstr>
      <vt:lpstr>微软雅黑</vt:lpstr>
      <vt:lpstr>Arial Unicode MS</vt:lpstr>
      <vt:lpstr>Calibri</vt:lpstr>
      <vt:lpstr>BatangChe</vt:lpstr>
      <vt:lpstr>Segoe Print</vt:lpstr>
      <vt:lpstr>离子会议室</vt:lpstr>
      <vt:lpstr>Logic &amp; Bayesian Network Questions </vt:lpstr>
      <vt:lpstr>Propositional Logic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练习题解析</dc:title>
  <dc:creator>yezi</dc:creator>
  <cp:lastModifiedBy>yao</cp:lastModifiedBy>
  <cp:revision>39</cp:revision>
  <dcterms:created xsi:type="dcterms:W3CDTF">2020-11-13T03:45:00Z</dcterms:created>
  <dcterms:modified xsi:type="dcterms:W3CDTF">2025-11-05T10:11:11Z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7B0377C5463547229B90C0326E9AE56B_12</vt:lpwstr>
  </property>
  <property fmtid="{D5CDD505-2E9C-101B-9397-08002B2CF9AE}" pid="3" name="KSOProductBuildVer">
    <vt:lpwstr>2052-12.1.0.23542</vt:lpwstr>
  </property>
</Properties>
</file>