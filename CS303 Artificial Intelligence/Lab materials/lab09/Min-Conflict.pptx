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304" r:id="rId4"/>
    <p:sldId id="305" r:id="rId5"/>
    <p:sldId id="306" r:id="rId6"/>
    <p:sldId id="272" r:id="rId7"/>
    <p:sldId id="30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3"/>
    <p:restoredTop sz="94676"/>
  </p:normalViewPr>
  <p:slideViewPr>
    <p:cSldViewPr snapToGrid="0" snapToObjects="1">
      <p:cViewPr varScale="1">
        <p:scale>
          <a:sx n="97" d="100"/>
          <a:sy n="97" d="100"/>
        </p:scale>
        <p:origin x="1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EF13D-AC3A-9646-8C3C-8FB1C3AB75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1732E-3AFC-F74C-9D23-367C76E93C0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54954" y="333588"/>
            <a:ext cx="8761413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9566054" cy="2677648"/>
          </a:xfrm>
        </p:spPr>
        <p:txBody>
          <a:bodyPr/>
          <a:lstStyle/>
          <a:p>
            <a:r>
              <a:rPr kumimoji="1" lang="en-US" altLang="zh-CN" dirty="0"/>
              <a:t>Min-Conflicts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Min-Conflicts(Local Search for CSP)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First generate a complete assignment for all variables (this set of assignments may conflict)</a:t>
            </a:r>
            <a:endParaRPr kumimoji="1" lang="en-US" altLang="zh-CN" dirty="0"/>
          </a:p>
          <a:p>
            <a:r>
              <a:rPr kumimoji="1" lang="en-US" altLang="zh-CN" dirty="0"/>
              <a:t>Repeat the following steps until there are no conflicts: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Randomly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Select a variable that causes conflicts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Reassign the value of this variable to another value that 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least constraint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 other variables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Min-Conflicts</a:t>
            </a:r>
            <a:r>
              <a:rPr kumimoji="1"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Eight-Queen Problem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内容占位符 3"/>
          <p:cNvGraphicFramePr/>
          <p:nvPr/>
        </p:nvGraphicFramePr>
        <p:xfrm>
          <a:off x="959029" y="1843963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59030" y="5182773"/>
            <a:ext cx="4083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initial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assignment</a:t>
            </a:r>
            <a:r>
              <a:rPr kumimoji="1" lang="zh-CN" altLang="en-US" dirty="0">
                <a:sym typeface="Wingdings" panose="05000000000000000000" pitchFamily="2" charset="2"/>
              </a:rPr>
              <a:t> </a:t>
            </a:r>
            <a:endParaRPr kumimoji="1" lang="en-US" altLang="zh-CN" dirty="0">
              <a:sym typeface="Wingdings" panose="05000000000000000000" pitchFamily="2" charset="2"/>
            </a:endParaRPr>
          </a:p>
          <a:p>
            <a:r>
              <a:rPr kumimoji="1" lang="en-US" altLang="zh-CN" dirty="0">
                <a:sym typeface="Wingdings" panose="05000000000000000000" pitchFamily="2" charset="2"/>
              </a:rPr>
              <a:t>(Of course, in most cases this complete assignment will not satisfy all constraints)</a:t>
            </a:r>
            <a:endParaRPr kumimoji="1" lang="zh-CN" altLang="en-US" dirty="0"/>
          </a:p>
        </p:txBody>
      </p:sp>
      <p:graphicFrame>
        <p:nvGraphicFramePr>
          <p:cNvPr id="5" name="内容占位符 3"/>
          <p:cNvGraphicFramePr/>
          <p:nvPr/>
        </p:nvGraphicFramePr>
        <p:xfrm>
          <a:off x="7017553" y="1843963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017553" y="5182773"/>
            <a:ext cx="512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q4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q6</a:t>
            </a:r>
            <a:endParaRPr kumimoji="1"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5424823" y="3070654"/>
            <a:ext cx="865944" cy="358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5949" y="1790955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q4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q6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0374473" y="1784918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q4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3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q6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3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Min-Conflicts</a:t>
            </a:r>
            <a:r>
              <a:rPr kumimoji="1"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Eight-Queen Problem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内容占位符 3"/>
          <p:cNvGraphicFramePr/>
          <p:nvPr/>
        </p:nvGraphicFramePr>
        <p:xfrm>
          <a:off x="957046" y="1768432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38200" y="5050604"/>
            <a:ext cx="4682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Randomly</a:t>
            </a:r>
            <a:r>
              <a:rPr kumimoji="1" lang="zh-CN" altLang="en-US" dirty="0"/>
              <a:t> </a:t>
            </a:r>
            <a:r>
              <a:rPr kumimoji="1" lang="en-US" altLang="zh-CN" dirty="0"/>
              <a:t>choose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variable,</a:t>
            </a:r>
            <a:endParaRPr kumimoji="1" lang="en-US" altLang="zh-CN" dirty="0"/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q4.</a:t>
            </a:r>
            <a:endParaRPr kumimoji="1" lang="zh-CN" altLang="en-US" dirty="0"/>
          </a:p>
        </p:txBody>
      </p:sp>
      <p:graphicFrame>
        <p:nvGraphicFramePr>
          <p:cNvPr id="6" name="内容占位符 3"/>
          <p:cNvGraphicFramePr/>
          <p:nvPr/>
        </p:nvGraphicFramePr>
        <p:xfrm>
          <a:off x="7019536" y="1766467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864585" y="5050604"/>
            <a:ext cx="3811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Change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minimum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q4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0.</a:t>
            </a:r>
            <a:endParaRPr kumimoji="1" lang="zh-CN" altLang="en-US" dirty="0"/>
          </a:p>
        </p:txBody>
      </p:sp>
      <p:sp>
        <p:nvSpPr>
          <p:cNvPr id="11" name="右箭头 10"/>
          <p:cNvSpPr/>
          <p:nvPr/>
        </p:nvSpPr>
        <p:spPr>
          <a:xfrm>
            <a:off x="5520891" y="3070654"/>
            <a:ext cx="769875" cy="358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33130" y="1707422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0000"/>
                </a:highlight>
              </a:rPr>
              <a:t>q4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=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3</a:t>
            </a:r>
            <a:endParaRPr kumimoji="1" lang="en-US" altLang="zh-CN" dirty="0">
              <a:highlight>
                <a:srgbClr val="FF00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q6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3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10376456" y="1707421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0000"/>
                </a:highlight>
              </a:rPr>
              <a:t>q4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=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0</a:t>
            </a:r>
            <a:endParaRPr kumimoji="1" lang="en-US" altLang="zh-CN" dirty="0">
              <a:highlight>
                <a:srgbClr val="FF00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q6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3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Min-Conflicts</a:t>
            </a:r>
            <a:r>
              <a:rPr kumimoji="1"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Eight-Queen Problem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内容占位符 3"/>
          <p:cNvGraphicFramePr/>
          <p:nvPr/>
        </p:nvGraphicFramePr>
        <p:xfrm>
          <a:off x="917161" y="1784999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916695" y="5067789"/>
            <a:ext cx="46185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Randomly</a:t>
            </a:r>
            <a:r>
              <a:rPr kumimoji="1" lang="zh-CN" altLang="en-US" dirty="0"/>
              <a:t> </a:t>
            </a:r>
            <a:r>
              <a:rPr kumimoji="1" lang="en-US" altLang="zh-CN" dirty="0"/>
              <a:t>choose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endParaRPr kumimoji="1" lang="zh-CN" altLang="en-US" dirty="0"/>
          </a:p>
          <a:p>
            <a:endParaRPr kumimoji="1" lang="zh-CN" altLang="en-US" dirty="0"/>
          </a:p>
        </p:txBody>
      </p:sp>
      <p:graphicFrame>
        <p:nvGraphicFramePr>
          <p:cNvPr id="6" name="内容占位符 3"/>
          <p:cNvGraphicFramePr/>
          <p:nvPr/>
        </p:nvGraphicFramePr>
        <p:xfrm>
          <a:off x="7059421" y="1784999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右箭头 9"/>
          <p:cNvSpPr/>
          <p:nvPr/>
        </p:nvSpPr>
        <p:spPr>
          <a:xfrm>
            <a:off x="5456771" y="3070654"/>
            <a:ext cx="833995" cy="358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25437" y="1725954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q2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0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q4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0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q6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780939" y="50677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q2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q4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403089" y="1713892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0000"/>
                </a:highlight>
              </a:rPr>
              <a:t>q2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=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0</a:t>
            </a:r>
            <a:endParaRPr kumimoji="1" lang="en-US" altLang="zh-CN" dirty="0">
              <a:highlight>
                <a:srgbClr val="FF00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q4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0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q6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内容占位符 3"/>
          <p:cNvGraphicFramePr/>
          <p:nvPr/>
        </p:nvGraphicFramePr>
        <p:xfrm>
          <a:off x="7059421" y="1784999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内容占位符 3"/>
          <p:cNvGraphicFramePr/>
          <p:nvPr/>
        </p:nvGraphicFramePr>
        <p:xfrm>
          <a:off x="922969" y="1784999"/>
          <a:ext cx="3356920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  <a:gridCol w="419615"/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Q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266637" y="1713892"/>
            <a:ext cx="865943" cy="302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en-US" altLang="zh-CN" dirty="0"/>
              <a:t>q1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0000"/>
                </a:highlight>
              </a:rPr>
              <a:t>q2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=</a:t>
            </a:r>
            <a:r>
              <a:rPr kumimoji="1" lang="zh-CN" altLang="en-US" dirty="0">
                <a:highlight>
                  <a:srgbClr val="FF0000"/>
                </a:highlight>
              </a:rPr>
              <a:t> </a:t>
            </a:r>
            <a:r>
              <a:rPr kumimoji="1" lang="en-US" altLang="zh-CN" dirty="0">
                <a:highlight>
                  <a:srgbClr val="FF0000"/>
                </a:highlight>
              </a:rPr>
              <a:t>1</a:t>
            </a:r>
            <a:endParaRPr kumimoji="1" lang="en-US" altLang="zh-CN" dirty="0">
              <a:highlight>
                <a:srgbClr val="FF00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q3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>
                <a:highlight>
                  <a:srgbClr val="FFFF00"/>
                </a:highlight>
              </a:rPr>
              <a:t>q4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=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0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ts val="2900"/>
              </a:lnSpc>
            </a:pPr>
            <a:r>
              <a:rPr kumimoji="1" lang="en-US" altLang="zh-CN" dirty="0"/>
              <a:t>q5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q6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q7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endParaRPr kumimoji="1" lang="en-US" altLang="zh-CN" dirty="0"/>
          </a:p>
          <a:p>
            <a:pPr>
              <a:lnSpc>
                <a:spcPts val="2900"/>
              </a:lnSpc>
            </a:pPr>
            <a:r>
              <a:rPr kumimoji="1" lang="en-US" altLang="zh-CN" dirty="0"/>
              <a:t>q8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810113" y="5144108"/>
            <a:ext cx="41088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Change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minimum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q2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1.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99487" y="5031465"/>
            <a:ext cx="41088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conflict.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Stop.</a:t>
            </a:r>
            <a:endParaRPr kumimoji="1" lang="zh-CN" altLang="en-US" dirty="0"/>
          </a:p>
        </p:txBody>
      </p:sp>
      <p:sp>
        <p:nvSpPr>
          <p:cNvPr id="2" name="右箭头 1"/>
          <p:cNvSpPr/>
          <p:nvPr/>
        </p:nvSpPr>
        <p:spPr>
          <a:xfrm>
            <a:off x="5456771" y="3070654"/>
            <a:ext cx="833995" cy="3583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Min-Conflicts</a:t>
            </a:r>
            <a:r>
              <a:rPr kumimoji="1"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Eight-Queen Problem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F10001029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离子会议室</Template>
  <TotalTime>0</TotalTime>
  <Words>1338</Words>
  <Application>WPS 演示</Application>
  <PresentationFormat>宽屏</PresentationFormat>
  <Paragraphs>257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 3</vt:lpstr>
      <vt:lpstr>Symbol</vt:lpstr>
      <vt:lpstr>Arial</vt:lpstr>
      <vt:lpstr>Century Gothic</vt:lpstr>
      <vt:lpstr>微软雅黑</vt:lpstr>
      <vt:lpstr>Arial Unicode MS</vt:lpstr>
      <vt:lpstr>等线</vt:lpstr>
      <vt:lpstr>Calibri</vt:lpstr>
      <vt:lpstr>Yu Gothic</vt:lpstr>
      <vt:lpstr>TF10001029</vt:lpstr>
      <vt:lpstr>Local Search- Min-Conflicts</vt:lpstr>
      <vt:lpstr>Min-Conflicts(Local Search for CSP)</vt:lpstr>
      <vt:lpstr>Min-Conflicts：Eight-Queen Problem</vt:lpstr>
      <vt:lpstr>Min-Conflicts：Eight-Queen Problem</vt:lpstr>
      <vt:lpstr>Min-Conflicts：Eight-Queen Problem</vt:lpstr>
      <vt:lpstr>Min-Conflicts：Eight-Queen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yezi</dc:creator>
  <cp:lastModifiedBy>yao</cp:lastModifiedBy>
  <cp:revision>76</cp:revision>
  <dcterms:created xsi:type="dcterms:W3CDTF">2017-10-02T04:49:00Z</dcterms:created>
  <dcterms:modified xsi:type="dcterms:W3CDTF">2025-11-05T09:44:46Z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0447944B12A3403D986498F9D4B5564F_12</vt:lpwstr>
  </property>
  <property fmtid="{D5CDD505-2E9C-101B-9397-08002B2CF9AE}" pid="3" name="KSOProductBuildVer">
    <vt:lpwstr>2052-12.1.0.23542</vt:lpwstr>
  </property>
</Properties>
</file>