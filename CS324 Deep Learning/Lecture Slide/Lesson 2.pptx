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ink/ink1.xml" ContentType="application/inkml+xml"/>
  <Override PartName="/ppt/ink/ink2.xml" ContentType="application/inkml+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ink/ink3.xml" ContentType="application/inkml+xml"/>
  <Override PartName="/ppt/ink/ink4.xml" ContentType="application/inkml+xml"/>
  <Override PartName="/ppt/notesSlides/notesSlide10.xml" ContentType="application/vnd.openxmlformats-officedocument.presentationml.notesSlide+xml"/>
  <Override PartName="/ppt/ink/ink5.xml" ContentType="application/inkml+xml"/>
  <Override PartName="/ppt/ink/ink6.xml" ContentType="application/inkml+xml"/>
  <Override PartName="/ppt/ink/ink7.xml" ContentType="application/inkml+xml"/>
  <Override PartName="/ppt/notesSlides/notesSlide11.xml" ContentType="application/vnd.openxmlformats-officedocument.presentationml.notesSlide+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ink/ink13.xml" ContentType="application/inkml+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8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1" r:id="rId46"/>
    <p:sldId id="302" r:id="rId47"/>
    <p:sldId id="303" r:id="rId48"/>
    <p:sldId id="304" r:id="rId49"/>
    <p:sldId id="305" r:id="rId50"/>
    <p:sldId id="306" r:id="rId51"/>
    <p:sldId id="307" r:id="rId52"/>
    <p:sldId id="308" r:id="rId53"/>
    <p:sldId id="309" r:id="rId54"/>
    <p:sldId id="310" r:id="rId55"/>
    <p:sldId id="311" r:id="rId56"/>
    <p:sldId id="312" r:id="rId57"/>
    <p:sldId id="313" r:id="rId58"/>
    <p:sldId id="314" r:id="rId59"/>
    <p:sldId id="315" r:id="rId60"/>
    <p:sldId id="316" r:id="rId61"/>
    <p:sldId id="317" r:id="rId62"/>
    <p:sldId id="318" r:id="rId63"/>
    <p:sldId id="319" r:id="rId64"/>
    <p:sldId id="320" r:id="rId65"/>
    <p:sldId id="321" r:id="rId66"/>
    <p:sldId id="322" r:id="rId67"/>
    <p:sldId id="323" r:id="rId68"/>
    <p:sldId id="324" r:id="rId69"/>
    <p:sldId id="325" r:id="rId70"/>
    <p:sldId id="326" r:id="rId71"/>
    <p:sldId id="327" r:id="rId72"/>
    <p:sldId id="328" r:id="rId73"/>
    <p:sldId id="329" r:id="rId74"/>
    <p:sldId id="330" r:id="rId75"/>
    <p:sldId id="331" r:id="rId76"/>
    <p:sldId id="332" r:id="rId77"/>
    <p:sldId id="333" r:id="rId78"/>
    <p:sldId id="334" r:id="rId79"/>
    <p:sldId id="335" r:id="rId80"/>
  </p:sldIdLst>
  <p:sldSz cx="9144000" cy="6858000" type="screen4x3"/>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lvl1pPr>
    <a:lvl2pPr marL="0" marR="0" indent="4572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lvl2pPr>
    <a:lvl3pPr marL="0" marR="0" indent="9144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lvl3pPr>
    <a:lvl4pPr marL="0" marR="0" indent="13716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lvl4pPr>
    <a:lvl5pPr marL="0" marR="0" indent="18288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lvl5pPr>
    <a:lvl6pPr marL="0" marR="0" indent="22860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lvl6pPr>
    <a:lvl7pPr marL="0" marR="0" indent="27432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lvl7pPr>
    <a:lvl8pPr marL="0" marR="0" indent="32004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lvl8pPr>
    <a:lvl9pPr marL="0" marR="0" indent="365760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n" i="on">
        <a:fontRef idx="minor">
          <a:srgbClr val="000000"/>
        </a:fontRef>
        <a:srgbClr val="000000"/>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CFD7E7"/>
          </a:solidFill>
        </a:fill>
      </a:tcStyle>
    </a:wholeTbl>
    <a:band2H>
      <a:tcTxStyle/>
      <a:tcStyle>
        <a:tcBdr/>
        <a:fill>
          <a:solidFill>
            <a:srgbClr val="E8ECF4"/>
          </a:solidFill>
        </a:fill>
      </a:tcStyle>
    </a:band2H>
    <a:firstCol>
      <a:tcTxStyle b="on" i="on">
        <a:fontRef idx="minor">
          <a:srgbClr val="FFFFFF"/>
        </a:fontRef>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chemeClr val="accent1"/>
          </a:solidFill>
        </a:fill>
      </a:tcStyle>
    </a:firstCol>
    <a:lastRow>
      <a:tcTxStyle b="on" i="on">
        <a:fontRef idx="minor">
          <a:srgbClr val="FFFFFF"/>
        </a:fontRef>
        <a:srgbClr val="FFFFFF"/>
      </a:tcTxStyle>
      <a:tcStyle>
        <a:tcBdr>
          <a:left>
            <a:ln w="12700" cap="flat">
              <a:solidFill>
                <a:srgbClr val="FFFFFF"/>
              </a:solidFill>
              <a:prstDash val="solid"/>
              <a:bevel/>
            </a:ln>
          </a:left>
          <a:right>
            <a:ln w="12700" cap="flat">
              <a:solidFill>
                <a:srgbClr val="FFFFFF"/>
              </a:solidFill>
              <a:prstDash val="solid"/>
              <a:bevel/>
            </a:ln>
          </a:right>
          <a:top>
            <a:ln w="381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chemeClr val="accent1"/>
          </a:solidFill>
        </a:fill>
      </a:tcStyle>
    </a:lastRow>
    <a:firstRow>
      <a:tcTxStyle b="on" i="on">
        <a:fontRef idx="minor">
          <a:srgbClr val="FFFFFF"/>
        </a:fontRef>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381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chemeClr val="accent1"/>
          </a:solidFill>
        </a:fill>
      </a:tcStyle>
    </a:firstRow>
  </a:tblStyle>
  <a:tblStyle styleId="{C7B018BB-80A7-4F77-B60F-C8B233D01FF8}" styleName="">
    <a:tblBg/>
    <a:wholeTbl>
      <a:tcTxStyle b="on" i="on">
        <a:fontRef idx="minor">
          <a:srgbClr val="000000"/>
        </a:fontRef>
        <a:srgbClr val="000000"/>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DEE7D0"/>
          </a:solidFill>
        </a:fill>
      </a:tcStyle>
    </a:wholeTbl>
    <a:band2H>
      <a:tcTxStyle/>
      <a:tcStyle>
        <a:tcBdr/>
        <a:fill>
          <a:solidFill>
            <a:srgbClr val="EFF3E9"/>
          </a:solidFill>
        </a:fill>
      </a:tcStyle>
    </a:band2H>
    <a:firstCol>
      <a:tcTxStyle b="on" i="on">
        <a:fontRef idx="minor">
          <a:srgbClr val="FFFFFF"/>
        </a:fontRef>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chemeClr val="accent3"/>
          </a:solidFill>
        </a:fill>
      </a:tcStyle>
    </a:firstCol>
    <a:lastRow>
      <a:tcTxStyle b="on" i="on">
        <a:fontRef idx="minor">
          <a:srgbClr val="FFFFFF"/>
        </a:fontRef>
        <a:srgbClr val="FFFFFF"/>
      </a:tcTxStyle>
      <a:tcStyle>
        <a:tcBdr>
          <a:left>
            <a:ln w="12700" cap="flat">
              <a:solidFill>
                <a:srgbClr val="FFFFFF"/>
              </a:solidFill>
              <a:prstDash val="solid"/>
              <a:bevel/>
            </a:ln>
          </a:left>
          <a:right>
            <a:ln w="12700" cap="flat">
              <a:solidFill>
                <a:srgbClr val="FFFFFF"/>
              </a:solidFill>
              <a:prstDash val="solid"/>
              <a:bevel/>
            </a:ln>
          </a:right>
          <a:top>
            <a:ln w="381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chemeClr val="accent3"/>
          </a:solidFill>
        </a:fill>
      </a:tcStyle>
    </a:lastRow>
    <a:firstRow>
      <a:tcTxStyle b="on" i="on">
        <a:fontRef idx="minor">
          <a:srgbClr val="FFFFFF"/>
        </a:fontRef>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381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chemeClr val="accent3"/>
          </a:solidFill>
        </a:fill>
      </a:tcStyle>
    </a:firstRow>
  </a:tblStyle>
  <a:tblStyle styleId="{EEE7283C-3CF3-47DC-8721-378D4A62B228}" styleName="">
    <a:tblBg/>
    <a:wholeTbl>
      <a:tcTxStyle b="on" i="on">
        <a:fontRef idx="minor">
          <a:srgbClr val="000000"/>
        </a:fontRef>
        <a:srgbClr val="000000"/>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FCDCCE"/>
          </a:solidFill>
        </a:fill>
      </a:tcStyle>
    </a:wholeTbl>
    <a:band2H>
      <a:tcTxStyle/>
      <a:tcStyle>
        <a:tcBdr/>
        <a:fill>
          <a:solidFill>
            <a:srgbClr val="FDEEE8"/>
          </a:solidFill>
        </a:fill>
      </a:tcStyle>
    </a:band2H>
    <a:firstCol>
      <a:tcTxStyle b="on" i="on">
        <a:fontRef idx="minor">
          <a:srgbClr val="FFFFFF"/>
        </a:fontRef>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chemeClr val="accent6"/>
          </a:solidFill>
        </a:fill>
      </a:tcStyle>
    </a:firstCol>
    <a:lastRow>
      <a:tcTxStyle b="on" i="on">
        <a:fontRef idx="minor">
          <a:srgbClr val="FFFFFF"/>
        </a:fontRef>
        <a:srgbClr val="FFFFFF"/>
      </a:tcTxStyle>
      <a:tcStyle>
        <a:tcBdr>
          <a:left>
            <a:ln w="12700" cap="flat">
              <a:solidFill>
                <a:srgbClr val="FFFFFF"/>
              </a:solidFill>
              <a:prstDash val="solid"/>
              <a:bevel/>
            </a:ln>
          </a:left>
          <a:right>
            <a:ln w="12700" cap="flat">
              <a:solidFill>
                <a:srgbClr val="FFFFFF"/>
              </a:solidFill>
              <a:prstDash val="solid"/>
              <a:bevel/>
            </a:ln>
          </a:right>
          <a:top>
            <a:ln w="381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chemeClr val="accent6"/>
          </a:solidFill>
        </a:fill>
      </a:tcStyle>
    </a:lastRow>
    <a:firstRow>
      <a:tcTxStyle b="on" i="on">
        <a:fontRef idx="minor">
          <a:srgbClr val="FFFFFF"/>
        </a:fontRef>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381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chemeClr val="accent6"/>
          </a:solidFill>
        </a:fill>
      </a:tcStyle>
    </a:firstRow>
  </a:tblStyle>
  <a:tblStyle styleId="{CF821DB8-F4EB-4A41-A1BA-3FCAFE7338EE}" styleName="">
    <a:tblBg/>
    <a:wholeTbl>
      <a:tcTxStyle b="on" i="on">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n">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n">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bevel/>
            </a:ln>
          </a:top>
          <a:bottom>
            <a:ln w="25400" cap="flat">
              <a:solidFill>
                <a:srgbClr val="000000"/>
              </a:solidFill>
              <a:prstDash val="solid"/>
              <a:bevel/>
            </a:ln>
          </a:bottom>
          <a:insideH>
            <a:ln w="12700" cap="flat">
              <a:noFill/>
              <a:miter lim="400000"/>
            </a:ln>
          </a:insideH>
          <a:insideV>
            <a:ln w="12700" cap="flat">
              <a:noFill/>
              <a:miter lim="400000"/>
            </a:ln>
          </a:insideV>
        </a:tcBdr>
        <a:fill>
          <a:solidFill>
            <a:srgbClr val="FFFFFF"/>
          </a:solidFill>
        </a:fill>
      </a:tcStyle>
    </a:lastRow>
    <a:firstRow>
      <a:tcTxStyle b="on" i="on">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bevel/>
            </a:ln>
          </a:top>
          <a:bottom>
            <a:ln w="25400" cap="flat">
              <a:solidFill>
                <a:srgbClr val="000000"/>
              </a:solidFill>
              <a:prstDash val="solid"/>
              <a:bevel/>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n" i="on">
        <a:fontRef idx="minor">
          <a:srgbClr val="000000"/>
        </a:fontRef>
        <a:srgbClr val="000000"/>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CACACA"/>
          </a:solidFill>
        </a:fill>
      </a:tcStyle>
    </a:wholeTbl>
    <a:band2H>
      <a:tcTxStyle/>
      <a:tcStyle>
        <a:tcBdr/>
        <a:fill>
          <a:solidFill>
            <a:srgbClr val="E6E6E6"/>
          </a:solidFill>
        </a:fill>
      </a:tcStyle>
    </a:band2H>
    <a:firstCol>
      <a:tcTxStyle b="on" i="on">
        <a:fontRef idx="minor">
          <a:srgbClr val="FFFFFF"/>
        </a:fontRef>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000000"/>
          </a:solidFill>
        </a:fill>
      </a:tcStyle>
    </a:firstCol>
    <a:lastRow>
      <a:tcTxStyle b="on" i="on">
        <a:fontRef idx="minor">
          <a:srgbClr val="FFFFFF"/>
        </a:fontRef>
        <a:srgbClr val="FFFFFF"/>
      </a:tcTxStyle>
      <a:tcStyle>
        <a:tcBdr>
          <a:left>
            <a:ln w="12700" cap="flat">
              <a:solidFill>
                <a:srgbClr val="FFFFFF"/>
              </a:solidFill>
              <a:prstDash val="solid"/>
              <a:bevel/>
            </a:ln>
          </a:left>
          <a:right>
            <a:ln w="12700" cap="flat">
              <a:solidFill>
                <a:srgbClr val="FFFFFF"/>
              </a:solidFill>
              <a:prstDash val="solid"/>
              <a:bevel/>
            </a:ln>
          </a:right>
          <a:top>
            <a:ln w="381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000000"/>
          </a:solidFill>
        </a:fill>
      </a:tcStyle>
    </a:lastRow>
    <a:firstRow>
      <a:tcTxStyle b="on" i="on">
        <a:fontRef idx="minor">
          <a:srgbClr val="FFFFFF"/>
        </a:fontRef>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381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000000"/>
          </a:solidFill>
        </a:fill>
      </a:tcStyle>
    </a:firstRow>
  </a:tblStyle>
  <a:tblStyle styleId="{2708684C-4D16-4618-839F-0558EEFCDFE6}" styleName="">
    <a:tblBg/>
    <a:wholeTbl>
      <a:tcTxStyle b="on" i="on">
        <a:fontRef idx="minor">
          <a:srgbClr val="000000"/>
        </a:fontRef>
        <a:srgbClr val="000000"/>
      </a:tcTxStyle>
      <a:tcStyle>
        <a:tcBdr>
          <a:left>
            <a:ln w="12700" cap="flat">
              <a:solidFill>
                <a:srgbClr val="000000"/>
              </a:solidFill>
              <a:prstDash val="solid"/>
              <a:bevel/>
            </a:ln>
          </a:left>
          <a:right>
            <a:ln w="12700" cap="flat">
              <a:solidFill>
                <a:srgbClr val="000000"/>
              </a:solidFill>
              <a:prstDash val="solid"/>
              <a:bevel/>
            </a:ln>
          </a:right>
          <a:top>
            <a:ln w="12700" cap="flat">
              <a:solidFill>
                <a:srgbClr val="000000"/>
              </a:solidFill>
              <a:prstDash val="solid"/>
              <a:bevel/>
            </a:ln>
          </a:top>
          <a:bottom>
            <a:ln w="12700" cap="flat">
              <a:solidFill>
                <a:srgbClr val="000000"/>
              </a:solidFill>
              <a:prstDash val="solid"/>
              <a:bevel/>
            </a:ln>
          </a:bottom>
          <a:insideH>
            <a:ln w="12700" cap="flat">
              <a:solidFill>
                <a:srgbClr val="000000"/>
              </a:solidFill>
              <a:prstDash val="solid"/>
              <a:bevel/>
            </a:ln>
          </a:insideH>
          <a:insideV>
            <a:ln w="12700" cap="flat">
              <a:solidFill>
                <a:srgbClr val="000000"/>
              </a:solidFill>
              <a:prstDash val="solid"/>
              <a:bevel/>
            </a:ln>
          </a:insideV>
        </a:tcBdr>
        <a:fill>
          <a:solidFill>
            <a:srgbClr val="000000">
              <a:alpha val="20000"/>
            </a:srgbClr>
          </a:solidFill>
        </a:fill>
      </a:tcStyle>
    </a:wholeTbl>
    <a:band2H>
      <a:tcTxStyle/>
      <a:tcStyle>
        <a:tcBdr/>
        <a:fill>
          <a:solidFill>
            <a:srgbClr val="FFFFFF"/>
          </a:solidFill>
        </a:fill>
      </a:tcStyle>
    </a:band2H>
    <a:firstCol>
      <a:tcTxStyle b="on" i="on">
        <a:fontRef idx="minor">
          <a:srgbClr val="000000"/>
        </a:fontRef>
        <a:srgbClr val="000000"/>
      </a:tcTxStyle>
      <a:tcStyle>
        <a:tcBdr>
          <a:left>
            <a:ln w="12700" cap="flat">
              <a:solidFill>
                <a:srgbClr val="000000"/>
              </a:solidFill>
              <a:prstDash val="solid"/>
              <a:bevel/>
            </a:ln>
          </a:left>
          <a:right>
            <a:ln w="12700" cap="flat">
              <a:solidFill>
                <a:srgbClr val="000000"/>
              </a:solidFill>
              <a:prstDash val="solid"/>
              <a:bevel/>
            </a:ln>
          </a:right>
          <a:top>
            <a:ln w="12700" cap="flat">
              <a:solidFill>
                <a:srgbClr val="000000"/>
              </a:solidFill>
              <a:prstDash val="solid"/>
              <a:bevel/>
            </a:ln>
          </a:top>
          <a:bottom>
            <a:ln w="12700" cap="flat">
              <a:solidFill>
                <a:srgbClr val="000000"/>
              </a:solidFill>
              <a:prstDash val="solid"/>
              <a:bevel/>
            </a:ln>
          </a:bottom>
          <a:insideH>
            <a:ln w="12700" cap="flat">
              <a:solidFill>
                <a:srgbClr val="000000"/>
              </a:solidFill>
              <a:prstDash val="solid"/>
              <a:bevel/>
            </a:ln>
          </a:insideH>
          <a:insideV>
            <a:ln w="12700" cap="flat">
              <a:solidFill>
                <a:srgbClr val="000000"/>
              </a:solidFill>
              <a:prstDash val="solid"/>
              <a:bevel/>
            </a:ln>
          </a:insideV>
        </a:tcBdr>
        <a:fill>
          <a:solidFill>
            <a:srgbClr val="000000">
              <a:alpha val="20000"/>
            </a:srgbClr>
          </a:solidFill>
        </a:fill>
      </a:tcStyle>
    </a:firstCol>
    <a:lastRow>
      <a:tcTxStyle b="on" i="on">
        <a:fontRef idx="minor">
          <a:srgbClr val="000000"/>
        </a:fontRef>
        <a:srgbClr val="000000"/>
      </a:tcTxStyle>
      <a:tcStyle>
        <a:tcBdr>
          <a:left>
            <a:ln w="12700" cap="flat">
              <a:solidFill>
                <a:srgbClr val="000000"/>
              </a:solidFill>
              <a:prstDash val="solid"/>
              <a:bevel/>
            </a:ln>
          </a:left>
          <a:right>
            <a:ln w="12700" cap="flat">
              <a:solidFill>
                <a:srgbClr val="000000"/>
              </a:solidFill>
              <a:prstDash val="solid"/>
              <a:bevel/>
            </a:ln>
          </a:right>
          <a:top>
            <a:ln w="50800" cap="flat">
              <a:solidFill>
                <a:srgbClr val="000000"/>
              </a:solidFill>
              <a:prstDash val="solid"/>
              <a:bevel/>
            </a:ln>
          </a:top>
          <a:bottom>
            <a:ln w="12700" cap="flat">
              <a:solidFill>
                <a:srgbClr val="000000"/>
              </a:solidFill>
              <a:prstDash val="solid"/>
              <a:bevel/>
            </a:ln>
          </a:bottom>
          <a:insideH>
            <a:ln w="12700" cap="flat">
              <a:solidFill>
                <a:srgbClr val="000000"/>
              </a:solidFill>
              <a:prstDash val="solid"/>
              <a:bevel/>
            </a:ln>
          </a:insideH>
          <a:insideV>
            <a:ln w="12700" cap="flat">
              <a:solidFill>
                <a:srgbClr val="000000"/>
              </a:solidFill>
              <a:prstDash val="solid"/>
              <a:bevel/>
            </a:ln>
          </a:insideV>
        </a:tcBdr>
        <a:fill>
          <a:noFill/>
        </a:fill>
      </a:tcStyle>
    </a:lastRow>
    <a:firstRow>
      <a:tcTxStyle b="on" i="on">
        <a:fontRef idx="minor">
          <a:srgbClr val="000000"/>
        </a:fontRef>
        <a:srgbClr val="000000"/>
      </a:tcTxStyle>
      <a:tcStyle>
        <a:tcBdr>
          <a:left>
            <a:ln w="12700" cap="flat">
              <a:solidFill>
                <a:srgbClr val="000000"/>
              </a:solidFill>
              <a:prstDash val="solid"/>
              <a:bevel/>
            </a:ln>
          </a:left>
          <a:right>
            <a:ln w="12700" cap="flat">
              <a:solidFill>
                <a:srgbClr val="000000"/>
              </a:solidFill>
              <a:prstDash val="solid"/>
              <a:bevel/>
            </a:ln>
          </a:right>
          <a:top>
            <a:ln w="12700" cap="flat">
              <a:solidFill>
                <a:srgbClr val="000000"/>
              </a:solidFill>
              <a:prstDash val="solid"/>
              <a:bevel/>
            </a:ln>
          </a:top>
          <a:bottom>
            <a:ln w="25400" cap="flat">
              <a:solidFill>
                <a:srgbClr val="000000"/>
              </a:solidFill>
              <a:prstDash val="solid"/>
              <a:bevel/>
            </a:ln>
          </a:bottom>
          <a:insideH>
            <a:ln w="12700" cap="flat">
              <a:solidFill>
                <a:srgbClr val="000000"/>
              </a:solidFill>
              <a:prstDash val="solid"/>
              <a:bevel/>
            </a:ln>
          </a:insideH>
          <a:insideV>
            <a:ln w="12700" cap="flat">
              <a:solidFill>
                <a:srgbClr val="000000"/>
              </a:solidFill>
              <a:prstDash val="solid"/>
              <a:bevel/>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9096" autoAdjust="0"/>
  </p:normalViewPr>
  <p:slideViewPr>
    <p:cSldViewPr snapToGrid="0">
      <p:cViewPr varScale="1">
        <p:scale>
          <a:sx n="76" d="100"/>
          <a:sy n="76" d="100"/>
        </p:scale>
        <p:origin x="1413" y="2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theme" Target="theme/theme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61" Type="http://schemas.openxmlformats.org/officeDocument/2006/relationships/slide" Target="slides/slide60.xml"/><Relationship Id="rId82" Type="http://schemas.openxmlformats.org/officeDocument/2006/relationships/presProps" Target="presProp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0-02-11T03:44:25.216"/>
    </inkml:context>
    <inkml:brush xml:id="br0">
      <inkml:brushProperty name="width" value="0.1" units="cm"/>
      <inkml:brushProperty name="height" value="0.1" units="cm"/>
      <inkml:brushProperty name="color" value="#333333"/>
    </inkml:brush>
  </inkml:definitions>
  <inkml:trace contextRef="#ctx0" brushRef="#br0">180 134 9215 0 0,'-122'42'1456'0'0,"91"-33"-793"0"0,30-9-598 0 0,-8 2 119 0 0,7-1 108 0 0,1-1-316 0 0,0 1-1 0 0,0-1 1 0 0,1 1 0 0 0,-1 0-1 0 0,0-1 1 0 0,1 1-1 0 0,-1-1 1 0 0,0 1-1 0 0,1 0 1 0 0,-1 0 0 0 0,1-1-1 0 0,-1 1 1 0 0,1 0-1 0 0,0 0 1 0 0,-1 0-1 0 0,1 0 1 0 0,0-1 0 0 0,-1 1-1 0 0,1 0 1 0 0,0 0-1 0 0,0 0 1 0 0,0 0 24 0 0,0 2-200 0 0,-3 10-635 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0-02-11T03:45:03.456"/>
    </inkml:context>
    <inkml:brush xml:id="br0">
      <inkml:brushProperty name="width" value="0.1" units="cm"/>
      <inkml:brushProperty name="height" value="0.1" units="cm"/>
      <inkml:brushProperty name="color" value="#333333"/>
    </inkml:brush>
  </inkml:definitions>
  <inkml:trace contextRef="#ctx0" brushRef="#br0">11 1 1839 0 0,'0'0'80'0'0,"0"0"16"0"0,0 0-96 0 0,0 0 0 0 0,0 0 0 0 0,0 12 0 0 0,-1-1 568 0 0,1-11 88 0 0,-2 11 16 0 0,2-11 8 0 0,-4 11-528 0 0,4-11-152 0 0,0 0 0 0 0,0 0 64 0 0,-4 10-192 0 0</inkml:trace>
</inkml:ink>
</file>

<file path=ppt/ink/ink3.xml><?xml version="1.0" encoding="utf-8"?>
<inkml:ink xmlns:inkml="http://www.w3.org/2003/InkML">
  <inkml:definitions>
    <inkml:context xml:id="ctx0">
      <inkml:inkSource xml:id="inkSrc0">
        <inkml:traceFormat>
          <inkml:channel name="X" type="integer" max="25977" units="cm"/>
          <inkml:channel name="Y" type="integer" max="17318" units="cm"/>
          <inkml:channel name="F" type="integer" max="65535" units="dev"/>
          <inkml:channel name="T" type="integer" max="2.14748E9" units="dev"/>
        </inkml:traceFormat>
        <inkml:channelProperties>
          <inkml:channelProperty channel="X" name="resolution" value="1000.26953" units="1/cm"/>
          <inkml:channelProperty channel="Y" name="resolution" value="1000.46216" units="1/cm"/>
          <inkml:channelProperty channel="F" name="resolution" value="0" units="1/dev"/>
          <inkml:channelProperty channel="T" name="resolution" value="1" units="1/dev"/>
        </inkml:channelProperties>
      </inkml:inkSource>
      <inkml:timestamp xml:id="ts0" timeString="2020-02-17T04:00:33.444"/>
    </inkml:context>
    <inkml:brush xml:id="br0">
      <inkml:brushProperty name="width" value="0.05292" units="cm"/>
      <inkml:brushProperty name="height" value="0.05292" units="cm"/>
      <inkml:brushProperty name="color" value="#FF0000"/>
    </inkml:brush>
  </inkml:definitions>
  <inkml:trace contextRef="#ctx0" brushRef="#br0">18258 1570 15663 0,'7'6'1392'5,"3"1"-1120"0,-3 2-272-4,-7-9 0 3,0 0 160-4,9 10-32 8,1 2 0-8,-1-4 0 8,1-2-320-8,-3 0-80 7,-7-6-16-7</inkml:trace>
</inkml:ink>
</file>

<file path=ppt/ink/ink4.xml><?xml version="1.0" encoding="utf-8"?>
<inkml:ink xmlns:inkml="http://www.w3.org/2003/InkML">
  <inkml:definitions>
    <inkml:context xml:id="ctx0">
      <inkml:inkSource xml:id="inkSrc0">
        <inkml:traceFormat>
          <inkml:channel name="X" type="integer" max="25977" units="cm"/>
          <inkml:channel name="Y" type="integer" max="17318" units="cm"/>
          <inkml:channel name="F" type="integer" max="65535" units="dev"/>
          <inkml:channel name="T" type="integer" max="2.14748E9" units="dev"/>
        </inkml:traceFormat>
        <inkml:channelProperties>
          <inkml:channelProperty channel="X" name="resolution" value="1000.26953" units="1/cm"/>
          <inkml:channelProperty channel="Y" name="resolution" value="1000.46216" units="1/cm"/>
          <inkml:channelProperty channel="F" name="resolution" value="0" units="1/dev"/>
          <inkml:channelProperty channel="T" name="resolution" value="1" units="1/dev"/>
        </inkml:channelProperties>
      </inkml:inkSource>
      <inkml:timestamp xml:id="ts0" timeString="2020-02-17T04:00:34.557"/>
    </inkml:context>
    <inkml:brush xml:id="br0">
      <inkml:brushProperty name="width" value="0.05292" units="cm"/>
      <inkml:brushProperty name="height" value="0.05292" units="cm"/>
      <inkml:brushProperty name="color" value="#FF0000"/>
    </inkml:brush>
  </inkml:definitions>
  <inkml:trace contextRef="#ctx0" brushRef="#br0">20913 3341 15663 0,'-8'-12'688'4,"8"12"144"-4,-11-7-656 0,4 1-176 6,7 6 0-5,-11-4 0 1,11 4 1648-2,0 0 288 7,-8-3 64-7,-2 0 16 9,10 3-1760-9,0 0-256 7,0 0-224-7,0 0 32 6,-8-3 192-5,8 3 0 6,0 0 0-7,0 0 0 8,0 0 0-7,0 0 0 6,0 0 0-7,0 0 0 7,-11-2 368-7,11 2 0 7,0 0 0-7,0 0 0 8,0 0 16-8,0 0 16 7,0 0 0-7,0 0 0 8,-12-2-208-8,12 2-64 8,0 0 0-8,0 0 0 6,-10-5-368-5,10 5-80 6,0 0 0-7</inkml:trace>
</inkml:ink>
</file>

<file path=ppt/ink/ink5.xml><?xml version="1.0" encoding="utf-8"?>
<inkml:ink xmlns:inkml="http://www.w3.org/2003/InkML">
  <inkml:definitions>
    <inkml:context xml:id="ctx0">
      <inkml:inkSource xml:id="inkSrc0">
        <inkml:traceFormat>
          <inkml:channel name="X" type="integer" max="25977" units="cm"/>
          <inkml:channel name="Y" type="integer" max="17318" units="cm"/>
          <inkml:channel name="T" type="integer" max="2.14748E9" units="dev"/>
        </inkml:traceFormat>
        <inkml:channelProperties>
          <inkml:channelProperty channel="X" name="resolution" value="1000.26953" units="1/cm"/>
          <inkml:channelProperty channel="Y" name="resolution" value="1000.46216" units="1/cm"/>
          <inkml:channelProperty channel="T" name="resolution" value="1" units="1/dev"/>
        </inkml:channelProperties>
      </inkml:inkSource>
      <inkml:timestamp xml:id="ts0" timeString="2020-02-17T09:49:36.244"/>
    </inkml:context>
    <inkml:brush xml:id="br0">
      <inkml:brushProperty name="width" value="0.05292" units="cm"/>
      <inkml:brushProperty name="height" value="0.05292" units="cm"/>
      <inkml:brushProperty name="color" value="#FF0000"/>
    </inkml:brush>
    <inkml:context xml:id="ctx1">
      <inkml:inkSource xml:id="inkSrc2">
        <inkml:traceFormat>
          <inkml:channel name="X" type="integer" max="25977" units="cm"/>
          <inkml:channel name="Y" type="integer" max="17318" units="cm"/>
          <inkml:channel name="F" type="integer" max="65535" units="dev"/>
          <inkml:channel name="T" type="integer" max="2.14748E9" units="dev"/>
        </inkml:traceFormat>
        <inkml:channelProperties>
          <inkml:channelProperty channel="X" name="resolution" value="1000.26953" units="1/cm"/>
          <inkml:channelProperty channel="Y" name="resolution" value="1000.46216" units="1/cm"/>
          <inkml:channelProperty channel="F" name="resolution" value="0" units="1/dev"/>
          <inkml:channelProperty channel="T" name="resolution" value="1" units="1/dev"/>
        </inkml:channelProperties>
      </inkml:inkSource>
      <inkml:timestamp xml:id="ts1" timeString="2020-02-17T09:49:36.244"/>
    </inkml:context>
  </inkml:definitions>
  <inkml:trace contextRef="#ctx0" brushRef="#br0">18854 4956 0,'0'0'0</inkml:trace>
  <inkml:trace contextRef="#ctx0" brushRef="#br0">18673 4818 0,'0'0'0</inkml:trace>
  <inkml:trace contextRef="#ctx1" brushRef="#br0">10609 3593 12895 0,'1'-12'272'0,"-1"0"64"0,-1 2 16 0,-2 4 32 0,3 6-384 0,0 0 0 0,0 0 0 0,0 0 0 0,0-7 896 0,0 7 96 0,0 0 32 0,0 0 0 0,-3-7 0 0,3 7 0 0,0 0 0 0,0 0 0 0,-2-7 0 0,-1 1 0 0,3 6 0 0,0 0 0 0,0 0-832 0,0 0-192 0,0 0 0 0,0 0 0 0,0 0 864 0,0 0 128 0,0 0 32 0,0 0 0 0,0 0 0 0,0 0 0 0,0 0 0 0,0 0 0 0,0 0-832 0,0 0-192 0,0 16 0 0,-2 3 0 0,2 1 864 0,0 3 128 0,0 3 32 0,0 2 0 0,0-1-832 0,0 5-192 0,0 2 0 0,0-1 0 0,0 2 0 0,0-2 0 0,-2-3 0 0,-1-1 0 0,3-4 0 0,0 0 0 0,-1 1 0 0,-2-2 0 0,3-1 864 0,-3 2 128 0,3 3 32 0,0-4 0 0,0-8-832 0,0 0-192 0,0 4 0 0,0-1 0 0,0-6 0 0,3 0 0 0,-6-1 0 0,3-2 0 0,0-1 0 0,0 1 0 0,0-3 0 0,0-7 0 0,0 7 0 0,0-7 0 0,0 0 0 0,0 0 0 0,0 0-768 0,0 0-208 0,0 0-48 0,0 0 0 0,0 0 0 0,0 0 0 0,0 0 0 0,0 0 0 0,-4-11-1632 0,1-4-336 0,-2-4-64 0,2 2-7792 0</inkml:trace>
  <inkml:trace contextRef="#ctx1" brushRef="#br0">10477 3746 12895 0,'-3'-17'576'0,"3"17"112"0,0 0-560 0,0-6-128 0,0-7 0 0,0 3 0 0,0 4 0 0,0 0 0 0,0-1 0 0,3-2 0 0,-3-1 848 0,3 0 144 0,-3 1 32 0,1 2 0 0,-1 7 0 0,0 0 0 0,0 0 0 0,0 0 0 0,3-6-832 0,1-2-192 0,-1-5 0 0,2-2 0 0,-2 5 864 0,4 1 128 0,-3 2 32 0,3 0 0 0,1-3 0 0,2-2 0 0,-2-2 0 0,0 6 0 0,2 10-832 0,1-1-192 0,0-2 0 0,0-4 0 0,1 0 0 0,-1-3 0 0,4 0 0 0,-4 2 0 0,7 1 0 0,-4 1 0 0,1 0 0 0,1 2 0 0,-2 4 0 0,3-1 0 0,-2-2 0 0,1 1 0 0,1 0 0 0,-1 1 0 0,-1 2 0 0,-1 1 0 0,5 2 0 0,0-1 0 0,-5-4 0 0,5 3 0 0,-4 8 864 0,2 1 128 0,2-1 32 0,-2 1 0 0,-1 1-832 0,3-4-192 0,-9-5 0 0,2 5 0 0,-1 10 0 0,2 2 0 0,-4-2 0 0,4 0 0 0,-4-2 0 0,-2 2 0 0,0 6 0 0,-2-1 0 0,2-4 0 0,-4 1 0 0,1 1 0 0,-4-1 0 0,0 0 0 0,0-3 0 0,0-3 0 0,-4 5 0 0,1 4 864 0,-4-6 128 0,-2-6 32 0,-1 3 0 0,-2 6-832 0,1-1-192 0,-2-2 0 0,-3-2 0 0,1-2 0 0,-2-1 0 0,-4 1 0 0,0-2 0 0,-4 0 864 0,-1-1 128 0,4-4 32 0,-4 1 0 0,0 1-832 0,0 2-192 0,1-1 0 0,-1-2 0 0,5-3 0 0,-2-2 0 0,-2 3 0 0,-1 1 0 0,0-3 0 0,0 0 0 0,0-1 0 0,-3-1 0 0,-8 1 0 0,4-2 0 0,-2-5 0 0,3 1 0 0,4 2 0 0,0-2 0 0,-1-4 0 0,4 1 0 0,2 2 0 0,2 1 0 0,2-3 0 0,4 1 0 0,1 1 0 0,4-1 0 0,1-4 0 0,5 3 0 0,1-6-1600 0,3 11-352 0,0 0-80 0,0 0-8208 0,11-7-1632 0</inkml:trace>
  <inkml:trace contextRef="#ctx1" brushRef="#br0">11176 3908 20271 0,'0'0'448'0,"0"0"80"0,0 0 32 0,0 0 16 0,0 0-576 0,0 0 0 0,0 0 0 0,0 0 0 0,0 0 928 0,0 0 80 0,0 0 16 0,0 0 0 0,0 0-832 0,0 0-192 0,3 8 0 0,-1 5 0 0,4 1 864 0,-5 1 128 0,2 2 32 0,1 0 0 0,-4 2 0 0,3 2 0 0,0-1 0 0,-2 2 0 0,-1 1 0 0,3 0 0 0,-1-3 0 0,-2 0 0 0,0 1-832 0,0-2-192 0,0-2 0 0,-2 0 0 0,-1-1 0 0,3-1 0 0,0-1 0 0,0 1 0 0,0 1 0 0,-1-3 0 0,-2-2 0 0,3-1 0 0,0 1 0 0,0-3 0 0,0 0 0 0,0-8 0 0,0 0-768 0,0 7-208 0,0-7-48 0,0 0 0 0,0 0-816 0,0 0-160 0,0 0-48 0,0 0-9824 0</inkml:trace>
  <inkml:trace contextRef="#ctx1" brushRef="#br0">11412 4053 20271 0,'-7'2'896'0,"7"-2"192"0,0 0-880 0,0 0-208 0,0 0 0 0,0 0 0 0,-4 4 0 0,4-4 0 0,0 0 0 0,-7 7 0 0,-1-1 864 0,1 0 128 0,3 0 32 0,-6-2 0 0,2-1-832 0,1 3-192 0,0 4 0 0,-2 0 0 0,-1 0 0 0,3-3 0 0,-5-2 0 0,5-1 0 0,7-4 864 0,-7 6 128 0,0 4 32 0,-2-1 0 0,-1-2-832 0,2 0-192 0,8-7 0 0,0 0 0 0,0 0 0 0,-7 5 0 0,3 0 0 0,4-5 0 0,0 0 0 0,0 0 0 0,0 0 0 0,0 0 0 0,0 0 0 0,0 0 0 0,0 0 0 0,0 0 0 0,0 0 0 0,0 0 0 0,0 0 0 0,0 0 0 0,4 9 0 0,1-2 0 0,-5-7 0 0,7 5 0 0,3-1 0 0,-3-1 0 0,5-2 0 0,-2-1 0 0,2 2 0 0,-2-2 0 0,-3-2 0 0,2 4 0 0,-2-1 0 0,4 1 0 0,0-2 0 0,-3 0 0 0,2 3 0 0,2-1 0 0,-2 0 0 0,2-1 0 0,-2 1 0 0,-1-1 0 0,-9-1 0 0,0 0 0 0,10 3 0 0,-10-3 0 0,0 0 0 0,0 0 0 0,0 0 0 0,0 0 0 0,0 0 0 0,0 0 0 0,0 0 0 0,0 0 0 0,0 0 0 0,0 0 0 0,4 6 0 0,-4-6 0 0,0 0 0 0,0 0 0 0,0 0-1600 0,0 0-352 0,7 3-80 0,0 1-16 0</inkml:trace>
  <inkml:trace contextRef="#ctx1" brushRef="#br0">11644 3827 20271 0,'0'0'448'0,"0"0"80"0,0 0 32 0,0 0 16 0,0 0-576 0,0 0 0 0,0 0 0 0,0 0 0 0,0 0 0 0,0 0 0 0,0 0 0 0,0 0 0 0,15-6 928 0,-15 20 80 0,0-3 16 0,3 1 0 0,-2-2-832 0,-1 3-192 0,3 1 0 0,0 2 0 0,-3 5 864 0,1-1 128 0,-1-1 32 0,-1 0 0 0,1-1-832 0,0 0-192 0,0 1 0 0,-3-1 0 0,3 3 864 0,-3-2 128 0,3-2 32 0,-1 0 0 0,-2-2-832 0,3-4-192 0,0-11 0 0,-3 9 0 0,3 1 0 0,0 0 0 0,0-1 0 0,0-2 0 0,0-1 0 0,0 0 0 0,0-6 0 0,0 0 0 0,0 0 0 0,0 0 0 0,0 0 0 0,0 0 0 0,0 0 0 0,0 0 0 0,3 7 0 0,-3-7 0 0,0 0 0 0,0 0 0 0,0 0 0 0,0 0 0 0,0 0 0 0,0 0 0 0,0 0 0 0,0 0 0 0,0 0 0 0,0 0 0 0,10 6 0 0,-3-2 0 0,-1 1 0 0,1-1 0 0,-7-4 0 0,7 3 0 0,6-2 864 0,-4 1 128 0,-9-2 32 0,7 0 0 0,3-2-832 0,-1 2-192 0,-2 0 0 0,1-1 0 0,-1-2 0 0,-7 3 0 0,7 1 0 0,-7-1 0 0,0 0 0 0,4 0 0 0,-4 0 0 0,8 0 0 0,-8 0 0 0,0 0 0 0,7 0 0 0,-7 0 0 0,0 0 0 0,0 0 0 0,0 0 0 0,0 0 0 0,0 0 0 0,0 0 0 0,0 0 0 0,0 0 0 0,0 0-768 0,0 0-208 0,7-1-48 0,0 2 0 0,1 2-816 0,-4 0-160 0,-4-3-48 0,7 2-6000 0,0-1-1200 0</inkml:trace>
  <inkml:trace contextRef="#ctx1" brushRef="#br0">12153 3487 20271 0,'0'0'448'0,"0"0"80"0,0 0 32 0,0 0 16 0,0 0-576 0,0 0 0 0,0 0 0 0,-5-5 0 0,1 0 928 0,4 5 80 0,0 0 16 0,0 0 0 0,-6-2-832 0,6 2-192 0,0 0 0 0,0 0 0 0,0 0 864 0,-7 0 128 0,-2-6 32 0,2 9 0 0,0 12 0 0,-1 2 0 0,1-1 0 0,3 2 0 0,-2 2-832 0,2 4-192 0,-4 4 0 0,4 1 0 0,0 0 864 0,1-2 128 0,-1 5 32 0,1 3 0 0,0 1-832 0,1 1-192 0,-1-3 0 0,3 0 0 0,3-1 864 0,-3-1 128 0,0-2 32 0,5 8 0 0,-1-2-832 0,-1-4-192 0,4-3 0 0,2-3 0 0,-2-4 0 0,3-1 0 0,2 1 0 0,-2-2 0 0,2 1 0 0,-1-4 0 0,6 1 0 0,-2-3 0 0,-3 0 0 0,2-2 0 0,-2-1 0 0,2-1 0 0,1 1 0 0,-4-4 0 0,1 0 0 0,1-1 0 0,-2-1-768 0,1 0-208 0,-5-5-48 0,0 0 0 0,4 1 0 0,-4-1 0 0,0-1 0 0,-1 0 0 0,-6 0-816 0,6-3-160 0,-2 1-48 0,3-4-9824 0</inkml:trace>
  <inkml:trace contextRef="#ctx1" brushRef="#br0">12561 3556 20271 0,'0'0'448'0,"0"0"80"0,0 0 32 0,0 0 16 0,0 0-576 0,0 0 0 0,0 0 0 0,0 0 0 0,0 0 928 0,0 0 80 0,0 0 16 0,0 0 0 0,0 0 0 0,0 0 0 0,0 0 0 0,4 9 0 0,2 3 0 0,-4-2 0 0,1 0 0 0,-1 3 0 0,3 3 0 0,-1 3 0 0,-1 4 0 0,-3 0 0 0,0 0-832 0,0 3-192 0,4 5 0 0,-4-5 0 0,3 0 864 0,-1 0 128 0,4-1 32 0,-5-1 0 0,2 1-832 0,1-2-192 0,-1-1 0 0,4 2 0 0,-2-2 0 0,2-3 0 0,-3-3 0 0,4 0 0 0,-6-2 0 0,3-1 0 0,1-2 0 0,-2-3 0 0,-4-8 0 0,0 0 0 0,7 5 0 0,-3-3 0 0,-4-2-1600 0,0 0-352 0,0 0-80 0,8-5-16 0,-4-4 0 0,2-3 0 0,-2-1 0 0,-1-1 0 0,-3-4 0 0,0 1 0 0,-3 0 0 0,0-2-3824 0,-1-3-768 0</inkml:trace>
  <inkml:trace contextRef="#ctx1" brushRef="#br0">12590 3653 12895 0,'-4'-27'576'0,"1"11"112"0,0-6-560 0,-1 2-128 0,1 4 0 0,-2-1 0 0,1-5 848 0,-2 5 144 0,2 6 32 0,2 3 0 0,-1-2 0 0,3 1 0 0,0 0 0 0,3-1 0 0,-1 0 0 0,2 1 0 0,-4 1 0 0,3-1 0 0,4 2 0 0,3-2 0 0,-1 0 0 0,1 2 0 0,2 0-832 0,-2 1-192 0,2-3 0 0,-1 3 0 0,1 4 0 0,-2 0 0 0,4 1 0 0,-2-1 0 0,2 2 864 0,1 0 128 0,4 0 32 0,-2 3 0 0,-1 3-832 0,-1 3-192 0,2 4 0 0,-4-2 0 0,1-2 0 0,1 2 0 0,-2 3 0 0,-1-1 0 0,-1-3 864 0,-1 1 128 0,-2 4 32 0,0-1 0 0,-3-2-832 0,0-2-192 0,-3-1 0 0,-2 2 0 0,-2 4 864 0,-1 1 128 0,-4 0 32 0,0-3 0 0,-2-3-832 0,-4 0-192 0,5 2 0 0,-7 1 0 0,1 0 864 0,-1 0 128 0,1-2 32 0,-1-2 0 0,1-2-832 0,-2 0-192 0,-2-2 0 0,4-1 0 0,2 0 0 0,1-2 0 0,-1-4 0 0,-1 1 0 0,0 0 0 0,-1-2 0 0,1-2 0 0,4 1 0 0,-1-2-768 0,5-1-208 0,1-2-48 0,1 2 0 0,3 1-816 0,4 0-160 0,-1 2-48 0,5-2-8192 0,-1-2-1632 0</inkml:trace>
  <inkml:trace contextRef="#ctx1" brushRef="#br0">13143 3139 20271 0,'0'0'448'0,"0"0"80"0,0 0 32 0,0 0 16 0,0 0-576 0,0 0 0 0,0 0 0 0,0 0 0 0,-1 7 928 0,-2 2 80 0,-1 0 16 0,1 4 0 0,0 3 0 0,3 4 0 0,0-1 0 0,0 3 0 0,0-1 0 0,0 5 0 0,3 5 0 0,0 4 0 0,-3-4 0 0,1 4 0 0,5-1 0 0,-5 0 0 0,-1 5 0 0,0 1 0 0,0-3 0 0,3-3 0 0,2 6-832 0,-3-1-192 0,-2-3 0 0,0 1 0 0,5-3 0 0,-2 1 0 0,-3 0 0 0,0-3 0 0,4-5 0 0,-4 8 0 0,0 0 0 0,0-3 0 0,3-5 864 0,-2-2 128 0,2-6 32 0,-3-2 0 0,3-1-832 0,-1-4-192 0,-2-2 0 0,0-10 0 0,0 0-768 0,0 0-208 0,0 10-48 0,0-10 0 0,0 0-816 0,0 0-160 0,0 0-48 0,0-6 0 0,0 6-816 0,0-10-160 0,3-6-48 0,-1-1-7776 0</inkml:trace>
  <inkml:trace contextRef="#ctx1" brushRef="#br0">13374 3213 20271 0,'0'0'896'0,"0"0"192"0,0 0-880 0,0 0-208 0,0 0 0 0,0 0 0 0,0 0 864 0,0 0 128 0,0 0 32 0,0 0 0 0,0 0 0 0,0 0 0 0,7 15 0 0,-3-2 0 0,1-2 0 0,-1 1 0 0,-1 1 0 0,1 0 0 0,-1 0-832 0,0 4-192 0,-2 8 0 0,2-6 0 0,2 0 864 0,-2-1 128 0,-1 3 32 0,0 0 0 0,-2 3 0 0,3 2 0 0,-3 0 0 0,0 8 0 0,0-3-832 0,1-2-192 0,2-3 0 0,-3 3 0 0,0 0 0 0,0 3 0 0,3 0 0 0,-2-6 0 0,2 0 864 0,-3 0 128 0,3 0 32 0,-1-1 0 0,1-2-832 0,-3-2-192 0,2-2 0 0,0 4 0 0,-2-2 0 0,3-2 0 0,0-2 0 0,-2-1 0 0,2-2 0 0,1-1 0 0,-4-1 0 0,3-3 0 0,-3-9 0 0,0 0 0 0,0 0 0 0,2 7 0 0,-2-7 0 0,0 0 0 0,0 0 0 0,0 0 0 0,0 0 0 0,0 0 0 0,0 0 0 0,0 0 0 0,0 0-768 0,0 0-208 0,0 0-48 0,-2-6 0 0,-1-1 0 0,-1-2 0 0,1-1 0 0,-1 3 0 0,1 1-1632 0,3 0-336 0,-2-1-64 0,2 7-9424 0</inkml:trace>
  <inkml:trace contextRef="#ctx1" brushRef="#br0">13788 3413 16575 0,'0'0'368'0,"3"-7"80"0,0-2 0 0,-2-1 16 0,-1-2-464 0,3 1 0 0,-3-2 0 0,4 1 0 0,-1 3 912 0,2 2 96 0,0 0 16 0,0-2 0 0,-1-1 0 0,-1-4 0 0,-3-1 0 0,0 1 0 0,0 1-832 0,1 1-192 0,-2-1 0 0,-2 1 0 0,0 2 864 0,3 3 128 0,0 7 32 0,-4-7 0 0,-3-2 0 0,-1 0 0 0,1 4 0 0,0-1 0 0,-2 0-832 0,-1 0-192 0,-2 0 0 0,2 5 0 0,3-1 864 0,-5 2 128 0,-2-1 32 0,0 1 0 0,-1 0-832 0,3 1-192 0,-2 4 0 0,2 1 0 0,-2 1 0 0,2 0 0 0,2-1 0 0,3 4 0 0,-5 6 0 0,5 1 0 0,0 4 0 0,2-5 0 0,3 1 0 0,-3 3 0 0,2 3 0 0,2 2 0 0,-2 0 0 0,3-1 0 0,0-2 0 0,0 4 0 0,3-1 0 0,-2-4 0 0,-1-2 0 0,6-10 0 0,-6-9 0 0,7 7 0 0,-2 11 0 0,2-5 0 0,-3-3 0 0,4-4 0 0,-1-6 0 0,0 1 0 0,3 5 0 0,-1-3 0 0,-2-3 0 0,5-2 0 0,-2-1 0 0,1-4 0 0,1-3 0 0,1 0 0 0,-4 1 0 0,1 0 0 0,0-2 0 0,2-2 0 0,-1-3-768 0,-4 1-208 0,1 2-48 0,-1 0 0 0,-3 0 832 0,4 2 192 0,-1 1 0 0,0-1 0 0,-3 0 768 0,-1-1 208 0,2 2 48 0,-5 0 0 0,2 1-1648 0,-2 1-320 0,3-1-64 0,-1 2-16 0,1-1 832 0,-3 8 192 0,0 0 0 0,1-7 0 0,2 0 0 0,0 0 0 0,-2-2 0 0,-1 9 0 0,0 0 0 0,0 0 0 0,0 0 0 0,0 0 0 0,0 0 0 0,0 0 0 0,0-7 0 0,0 7 0 0,0 0 768 0,0 0 208 0,0 0 48 0,0 0 0 0,0 0-832 0,0 0-192 0,0 0 0 0,0 0 0 0,0 0 0 0,-1 7 0 0,1-7 0 0,-3 7 0 0,0 0 0 0,-1 2 0 0,4 1 0 0,0-10 0 0,0 0 0 0,0 0 0 0,0 0 0 0,-2 10 0 0,-1 3 0 0,1-1 0 0,2-2 0 0,-2-1 0 0,2-9 0 0,0 0 0 0,-3 9 0 0,0-1 0 0,3 0 864 0,0-1 128 0,-4 0 32 0,1 0 0 0,3-7-832 0,0 9-192 0,0 1 0 0,0-1 0 0,-4-2 0 0,4 0 0 0,0-7 0 0,-3 12 0 0,-1 1 0 0,1-2 0 0,1 0 0 0,-1-1 0 0,-1-2 0 0,1 3 0 0,3-1 0 0,-1 1 0 0,-2 2 0 0,0-1 0 0,3 0 0 0,0-2 0 0,0 0 0 0,0 3 0 0,-5-3 0 0,5 2 0 0,5 4 0 0,-2-2 0 0,-6-2 0 0,-2-2 0 0,5 0 0 0,0 4 0 0,0 4 0 0,3-2 0 0,-1-3 0 0,1 3 0 0,-3 4 0 0,3-8 0 0,-3-12 0 0,1 10 0 0,-2 3 0 0,1 0 0 0,1 0 0 0,-1 1 0 0,3 2 0 0,1 3 0 0,-4-2 0 0,3 1 0 0,-1 1 0 0,1-2 0 0,-1-2 864 0,0-1 128 0,1 1 32 0,0-1 0 0,1-1-832 0,3-1-192 0,-4-1 0 0,1-1 0 0,-4-10 0 0,5 9 0 0,2-2 0 0,-7-7 0 0,0 0 0 0,7 5 0 0,1-5 0 0,-8 0 0 0,10 3-768 0,-2-2-208 0,-8-1-48 0,8-1 0 0,3-2 1648 0,-4 0 320 0,4 0 64 0,-4-6 16 0,2-5-832 0,-2 4-192 0,0 5 0 0,0 1 0 0,0-3 0 0,1-1 0 0,-4 0 0 0,3-2 0 0,-1-1 0 0,-2 0 0 0,-1-1 0 0,2 2 0 0,-1 0 0 0,-1 0 0 0,0-2 0 0,-2 1 0 0,2-4 0 0,-1 4 0 0,-2-1 0 0,3 2 0 0,-3 0 0 0,-3 1 0 0,1 0 0 0,-1 2 0 0,2 0-768 0,-5 1-208 0,2 0-48 0,-1 2 0 0,0-1 1648 0,-3 3 320 0,0 0 64 0,-3 1 16 0,4 1-1648 0,0 1-320 0,-2 2-64 0,-1 0-16 0,3 1 1648 0,-2 1 320 0,-1 0 64 0,3 1 16 0,-5 3-1648 0,2 0-320 0,-1-2-64 0,3 2-16 0,5-1 832 0,-1 1 192 0,1-2 0 0,3-7 0 0,0 0 768 0,0 9 208 0,-1 1 48 0,1 0 0 0,0-1-1648 0,1 0-320 0,-1-9-64 0,0 0-16 0,0 0 832 0,7 10 192 0,1 1 0 0,-1 1 0 0,0-2 0 0,5-1 0 0,-2-2 0 0,1-1 0 0,2-2 0 0,1-1 0 0,-4 0 0 0,4-3 0 0,-2 0 768 0,-2 0 208 0,-1 0 48 0,1 0 0 0,1 0-832 0,1-3-192 0,-2-3 0 0,0 2 0 0,-1 4 0 0,-9 0 0 0,7 0 0 0,-7 0 0 0,4-6 0 0,-4 6 0 0,6-6 0 0,-6 6 0 0,0 0-768 0,0 0-208 0,0 0-48 0,0 0 0 0,0 0 832 0,0 0 192 0,0 0 0 0,0 0 0 0,7-1-2496 0,1-1-464 0,-8 2-96 0,4-8-6560 0,3-3-1328 0</inkml:trace>
  <inkml:trace contextRef="#ctx1" brushRef="#br0">14419 3062 20271 0,'0'0'448'0,"0"0"80"0,0 0 32 0,9-1 16 0,3 1-576 0,-5 0 0 0,3 0 0 0,-3 1 0 0,-7-1 928 0,9 6 80 0,-2 1 16 0,3 4 0 0,2-1 0 0,-2 4 0 0,2 4 0 0,-2 2 0 0,-2 2 0 0,6 4 0 0,-3 3 0 0,1 0 0 0,-1 0 0 0,1 2 0 0,1 6 0 0,-2-3 0 0,1 0-832 0,-5-8-192 0,3 0 0 0,-1 1 0 0,-2 2 864 0,1 2 128 0,-1 2 32 0,-3-2 0 0,-1-4-832 0,0 9-192 0,-3 2 0 0,0-8 0 0,-3 1 864 0,-4-1 128 0,0-2 32 0,-1-2 0 0,0 0-832 0,-5-3-192 0,0-1 0 0,-8 2 0 0,1 0 0 0,-2-4 0 0,1-3 0 0,-4-2 0 0,-5-2 0 0,5-4 0 0,2-7 0 0,1 0 0 0,-4-1-768 0,4 4-208 0,-1 3-48 0,1-3 0 0,1-7-1632 0,2-1-336 0,1-2-64 0,7-4-11072 0</inkml:trace>
  <inkml:trace contextRef="#ctx1" brushRef="#br0">15139 3497 20271 0,'0'0'448'0,"0"0"80"0,-4-3 32 0,4 3 16 0,-7 4-576 0,4 1 0 0,3-5 0 0,0 0 0 0,0 0 0 0,0 0 0 0,0 0 0 0,0 0 0 0,0 0 928 0,0 0 80 0,0 0 16 0,6-3 0 0,-2 0 0 0,3 0 0 0,3 0 0 0,-1 0 0 0,1 0 0 0,2 2 0 0,-1 1 0 0,7-2 0 0,-2 2 0 0,1 0 0 0,2 0 0 0,-2 0 0 0,-1 3-832 0,6-3-192 0,-3-1 0 0,2 2 0 0,1 2 0 0,1 0 0 0,-1-1 0 0,3 1 0 0,-2-3 0 0,-1-2 0 0,1 1 0 0,1 1 0 0,-2 1 0 0,0 1 0 0,-2-2 0 0,2-2 0 0,-5-1-768 0,-1 0-208 0,-1 0-48 0,-4 2 0 0,-1 2-816 0,-10-1-160 0,0 0-48 0,0 0 0 0</inkml:trace>
  <inkml:trace contextRef="#ctx1" brushRef="#br0">15028 3937 23951 0,'-26'8'1056'0,"15"-4"224"0,0 2-1024 0,1 0-256 0,-5 1 0 0,4-1 0 0,2-1 0 0,2 3 0 0,1 0 0 0,6-8 0 0,-4-7 880 0,4 7 112 0,0 0 32 0,0 0 0 0,7-6 0 0,3 2 0 0,3 1 0 0,7 2 0 0,2-2 0 0,1 0 0 0,6-2 0 0,2-2 0 0,0-3-1648 0,3 1-320 0,1 2-64 0,1-2-16 0,-3 1 1648 0,3-4 320 0,-2-4 64 0,-1 6 16 0,-1 7-832 0,3 0-192 0,-6-3 0 0,1-1 0 0,2-3 0 0,-6-1 0 0,-4 0 0 0,4 4 0 0,0 3 0 0,0 2 0 0,-4 1 0 0,-4-2 0 0,0-3-768 0,1 0-208 0,-5-1-48 0,-2 3 0 0,-1 2 832 0,-1-1 192 0,1 1 0 0,-4 0 0 0,-7 2-2496 0,0 0-464 0,4-6-96 0,-4 6-16 0</inkml:trace>
  <inkml:trace contextRef="#ctx1" brushRef="#br0">15503 3078 20271 0,'0'0'448'0,"0"0"80"0,10-20 32 0,-10 20 16 0,0 0-576 0,0 0 0 0,0 0 0 0,0 0 0 0,0 0 928 0,0 0 80 0,0 0 16 0,0 0 0 0,0 0 0 0,0 0 0 0,0 0 0 0,-6 7 0 0,-1 2 816 0,0 3 160 0,2 2 48 0,2 5 0 0,-4 3-1648 0,0 4-400 0,3 6 0 0,-4 2 0 0,1 3 896 0,0 2 112 0,0 1 16 0,-2 4 0 0,-1 2 0 0,1 2 0 0,-1 1 0 0,0 0 0 0,1 2-832 0,-1-7-192 0,1 0 0 0,-1 4 0 0,3 1 864 0,-2-2 128 0,-1-4 32 0,3-2 0 0,0-2-832 0,-1-3-192 0,1-1 0 0,0-3 0 0,3-3 0 0,1-2 0 0,-2-1 0 0,2-7 0 0,2-9 0 0,-2 2 0 0,3 5 0 0,0 1 0 0,0-2-768 0,0-3-208 0,0-5-48 0,0-2 0 0,0-6 0 0,0 0 0 0,0 0 0 0,0 0 0 0,0 0-1632 0,4-8-336 0,4-14-64 0,-1 3-16 0</inkml:trace>
  <inkml:trace contextRef="#ctx1" brushRef="#br0">16463 3223 20271 0,'-10'16'448'0,"6"-9"80"0,-2-1 32 0,6-6 16 0,-5 5-576 0,-2-1 0 0,3 2 0 0,1 2 0 0,3 2 0 0,-1 2 0 0,-5 0 0 0,6 1 0 0,-2 1 1744 0,-1 2 240 0,3 0 64 0,0 3 0 0,3 1-832 0,-1 3-144 0,1 1-48 0,-3-3 0 0,3 5 0 0,-2 2 0 0,-1 1 0 0,0 1 0 0,3 2-816 0,-3 3-208 0,-3 1 0 0,3 9 0 0,-1-6 0 0,1-10 0 0,-3 0 0 0,3-1 0 0,0-4 0 0,-3-1 0 0,3-1 0 0,0-2 0 0,0-1 0 0,-2 2 0 0,2-3 0 0,0-3 0 0,-3-5 0 0,3-10 0 0,0 0 0 0,0 0 0 0,0 0-768 0,0 0-208 0,0 0-48 0,0 0 0 0,3-7-1632 0,-1-5-336 0,-2-2-64 0,3-5-7792 0</inkml:trace>
  <inkml:trace contextRef="#ctx1" brushRef="#br0">16324 3432 20271 0,'-4'-15'448'0,"-2"1"80"0,2-2 32 0,-4 1 16 0,1 2-576 0,0-1 0 0,0-2 0 0,2-1 0 0,1 1 928 0,-2-5 80 0,6 4 16 0,0 0 0 0,0-2-832 0,0 1-192 0,3 1 0 0,0 2 0 0,-2 4 864 0,2 1 128 0,4 0 32 0,5-1 0 0,0 1-832 0,1 0-192 0,1 0 0 0,2 1 0 0,3 2 0 0,-2 0 0 0,-1 0 0 0,5 2 0 0,-1 2 864 0,0 2 128 0,0 1 32 0,2 3 0 0,0 3-832 0,0-1-192 0,1 3 0 0,-2 2 0 0,1 3 0 0,3 3 0 0,-2 4 0 0,3 3 0 0,-1 2 0 0,-7-6 0 0,1 0 0 0,0 4 0 0,0 3 0 0,-2 0 0 0,-1 0 0 0,-1 0 0 0,-1-1 0 0,1-1 0 0,-5-2 0 0,-1 8 0 0,-2 1 864 0,-1-2 128 0,-6-2 32 0,-3-2 0 0,-5-2 0 0,1 0 0 0,-3 1 0 0,-3-1 0 0,0 0-832 0,-3 3-192 0,-3 1 0 0,-1 0 0 0,-3-3 864 0,4-4 128 0,-3 4 32 0,1-4 0 0,-3-3-832 0,0-1-192 0,-2 0 0 0,0-1 0 0,0-2 0 0,-8 0 0 0,2-5 0 0,3 0 0 0,-1 0 0 0,4-2 0 0,1-3 0 0,2-2 0 0,-2-2 0 0,5-2 0 0,0-1 0 0,4-1 0 0,-1-2 0 0,2-1 0 0,2-3 0 0,3 1 0 0,7 0-768 0,-1 0-208 0,4 1-48 0,3-1 0 0,-2 0-1632 0,2 1-336 0,4 1-64 0,2-1-16 0,1 2 832 0,2-1 144 0,-2 1 48 0,6 1 0 0</inkml:trace>
  <inkml:trace contextRef="#ctx1" brushRef="#br0">17076 3695 12895 0,'0'0'272'0,"0"-7"64"0,0 0 16 0,0 7 32 0,0 0-384 0,0 0 0 0,0 0 0 0,0 0 0 0,0 0 896 0,0 0 96 0,0 0 32 0,0 0 0 0,0 0 816 0,0 0 160 0,0 0 48 0,0 0 0 0,0 0-832 0,0 0-144 0,0 0-48 0,0 0 0 0,0 0 0 0,0 0 0 0,0 0 0 0,0 0 0 0,0 9 0 0,0 2 0 0,3 4 0 0,-3-1 0 0,0 2-816 0,0 2-208 0,0 0 0 0,0 6 0 0,0 10 864 0,0-8 128 0,0-1 32 0,0 1 0 0,0 3-832 0,0 0-192 0,0-1 0 0,0-1 0 0,0 1 0 0,0-1 0 0,0-1 0 0,4-7 0 0,-4-10 0 0,3 4 0 0,-2 7 0 0,2 0 0 0,-3-1 0 0,3-3 0 0,-1-6 0 0,-2-1 0 0,2 0-768 0,-2-9-208 0,3-11-48 0,-1 7 0 0,-2 4-1632 0,0 0-336 0,0 0-64 0,3-6-9424 0</inkml:trace>
  <inkml:trace contextRef="#ctx1" brushRef="#br0">17358 3762 23951 0,'0'0'512'0,"-3"-6"128"0,3 2 0 0,0 4 64 0,0 0-576 0,0 0-128 0,-4 4 0 0,-2 1 0 0,0-2 0 0,-1 1 0 0,-3-1 0 0,3 4 0 0,0 5 848 0,-2 1 144 0,-1-2 32 0,0-2 0 0,2-5-832 0,-3-1-192 0,2 0 0 0,-4 6 0 0,-1 4 0 0,2 3 0 0,0-2 0 0,1-1 0 0,1-4 864 0,2-2 128 0,0-1 32 0,0 0 0 0,3 1-832 0,5-7-192 0,0 0 0 0,-8 6 0 0,1 3 0 0,3-1 0 0,4-8 0 0,0 0 0 0,0 0 0 0,0 0 0 0,0 0 0 0,0 0 0 0,0 0 0 0,0 0 0 0,0 0 0 0,0 0 0 0,4 7 0 0,3 1 0 0,-7-8 0 0,8 7 0 0,5 2 0 0,0-1 0 0,1 0 0 0,-1-3 0 0,3 0 864 0,2 2 128 0,-3 3 32 0,4-4 0 0,-4-5-832 0,-1 2-192 0,5 2 0 0,1-1 0 0,-1 0 0 0,0 2 0 0,0 0 0 0,-2-3 0 0,2-9 0 0,-3 3 0 0,1 3 0 0,-2 3 0 0,-4 3 0 0,0-2 0 0,-11-4 0 0,0 0 0 0,0 0 0 0,0 0 0 0,7-3 0 0,-7 3 0 0,0 0 0 0,0 0 0 0,0 0 0 0,0 0 0 0,-6 0-768 0,-1-3-208 0,2-1-48 0,-2 0 0 0,0 1-816 0,0 1-160 0,2 1-48 0,-2-2-6000 0,4-1-1200 0</inkml:trace>
  <inkml:trace contextRef="#ctx1" brushRef="#br0">17651 3638 27647 0,'0'0'608'0,"0"0"128"0,0-16 32 0,0 16 0 0,0 0-624 0,0 0-144 0,0 0 0 0,0 0 0 0,0 0 0 0,0 0 0 0,0 0 0 0,0 10 0 0,0 1 848 0,-2 2 144 0,-1 3 32 0,2 2 0 0,-2 0 0 0,3 1 0 0,-3 5 0 0,3 2 0 0,-1 0-832 0,-2 0-192 0,3 0 0 0,-3-2 0 0,3-2 864 0,-1 7 128 0,-2-4 32 0,3-2 0 0,-3-1-832 0,3-1-192 0,0 1 0 0,0-3 0 0,0-5 0 0,0-2 0 0,0-2 0 0,3 0 0 0,0 0 0 0,-2-1 0 0,-1-9 0 0,0 0 0 0,0 0 0 0,3 7 0 0,-3-7 0 0,0 0 0 0,7 6 0 0,-7-6 0 0,4 6 0 0,-4-6 0 0,11 4 0 0,-11-4 0 0,4-8 0 0,3 3 0 0,0 8 0 0,1 0 0 0,3 0 0 0,-4-4 0 0,1-8 0 0,2 5 0 0,-1 5 0 0,-2 2 0 0,3-3 0 0,-1 1 0 0,1 1 0 0,1-2 0 0,-3-3 0 0,2 1 0 0,-3 1 0 0,0 0 0 0,-7 1 0 0,0 0 0 0,7-3 0 0,2 0 0 0,-9 3 0 0,0 0 0 0,0 0 0 0,0 0 0 0,0 0 0 0,0 0 0 0,0 0 0 0,0 0 0 0,0 0-768 0,0 0-208 0,5-6-48 0,-5 6 0 0,7-6-816 0,-1-1-160 0,-2 0-48 0,3 1-11456 0</inkml:trace>
  <inkml:trace contextRef="#ctx1" brushRef="#br0">18155 3306 23951 0,'0'0'512'0,"0"0"128"0,0 0 0 0,0 0 64 0,0 0-576 0,0 0-128 0,-5 4 0 0,-5 3 0 0,6 1 1664 0,-3-3 320 0,-2 3 48 0,-1 0 16 0,3 4-832 0,-3 2-144 0,5 2-48 0,2 5 0 0,-2 0 0 0,-1 5 0 0,-2 3 0 0,1 3 0 0,3 0 0 0,-3 1 0 0,4 1 0 0,1 1 0 0,-5 2-816 0,4-3-208 0,3 3 0 0,0-1 0 0,3-2 0 0,-3-1 0 0,3-1 0 0,-2-2 0 0,2 1 0 0,2 4 0 0,2-4 0 0,0-5 0 0,0-4 0 0,4-2 0 0,-3-1 0 0,4-1 0 0,1-2 0 0,1-3 0 0,-1-6 0 0,2 0 0 0,4 3 0 0,-5-1 0 0,1-3 0 0,-1-2 0 0,4 0 0 0,-4-2 0 0,-1-4 0 0,2 1 0 0,-2 0-2416 0,-2-1-528 0,-2 1-96 0,1-1-7664 0,-3 1-1536 0</inkml:trace>
  <inkml:trace contextRef="#ctx1" brushRef="#br0">18578 3342 16575 0,'0'0'368'0,"0"0"80"0,0-9 0 0,0 1 16 0,0-1-464 0,0 2 0 0,-3-1 0 0,-1 1 0 0,4-2 912 0,0 1 96 0,-5-1 16 0,2 2 0 0,3 7 0 0,-4-7 0 0,1-2 0 0,-1 2 0 0,4 7 0 0,-3-8 0 0,-2-2 0 0,-2 3 0 0,7 7-832 0,-7-3-192 0,7 3 0 0,-12-1 0 0,2-2 864 0,2 3 128 0,-3 4 32 0,4 0 0 0,-2 1-832 0,-1 1-192 0,3-1 0 0,0 6 0 0,0 0 864 0,-1 4 128 0,1 2 32 0,0 2 0 0,3 1-832 0,-4 3-192 0,5 2 0 0,-1 1 0 0,1 0 0 0,-1 0 0 0,4-1 0 0,-3-2 0 0,3-1 0 0,3-2 0 0,-3 0 0 0,4-2 0 0,-1-4 0 0,1-1 0 0,-1 0 0 0,2-4 0 0,-5-9 0 0,7 7 0 0,3-1 0 0,-1-3 0 0,-9-3 0 0,7 1 0 0,3-2 0 0,2-1 0 0,-5-2 0 0,3 0 0 0,-1-4 0 0,1 0 0 0,0-2 0 0,-1-2 0 0,2 0 0 0,-1 1 0 0,-2-2 0 0,-1 0 0 0,2-3 0 0,-4 1 0 0,4 1 0 0,-2 1 0 0,-1-2 0 0,-1 2 0 0,3 0-768 0,-1 2-208 0,-4-1-48 0,0 3 0 0,-1 1 832 0,-2 0 192 0,0 8 0 0,0-7 0 0,0 7 768 0,0-7 208 0,5-2 48 0,-5 9 0 0,0 0-1648 0,0 0-320 0,0 0-64 0,0 0-16 0,0 0 1648 0,0 0 320 0,0 0 64 0,0 0 16 0,0 0-832 0,-5 2-192 0,-3-1 0 0,8-1 0 0,0 0 0 0,-7 5 0 0,1-1 0 0,6-4 0 0,0 0 0 0,-5 10 0 0,-3 0 0 0,1 2 0 0,3-1 0 0,-3 1 0 0,-1 1 0 0,4 1 0 0,1 2 864 0,-1 2 128 0,1 1 32 0,-2 1 0 0,1 2-832 0,-2 1-192 0,2 1 0 0,1 3 0 0,-1-1 0 0,-1 0 0 0,2 1 0 0,2-5 0 0,-2 3 864 0,0 4 128 0,2 4 32 0,-2 0 0 0,0-2-832 0,2-1-192 0,-2-2 0 0,3 0 0 0,-3 12 0 0,3-6 0 0,0-3 0 0,3-4 0 0,0-1 0 0,-2-4 0 0,2-4 0 0,0 0 0 0,1 3 0 0,0-5 0 0,-1-11 0 0,2 4 0 0,2 3 0 0,0-1 0 0,-2 1 0 0,2-6 0 0,0-6 0 0,3 0 0 0,-1 0 0 0,5-3 0 0,-3-3 0 0,3-1 0 0,-2-1 0 0,2-2 0 0,2-1 0 0,-2-4 0 0,0 1 0 0,-1-1 0 0,0 1 0 0,-5-1 0 0,5-1 0 0,-4 0 0 0,1 2 0 0,-3-1 0 0,-2-1 0 0,-1 2 0 0,2 1-768 0,-5 1-208 0,2-2-48 0,-3 1 0 0,0 0 832 0,0 1 192 0,0 1 0 0,-3-1 0 0,3 2 0 0,-4 0 0 0,0-2 0 0,-2 3 0 0,-1 2 0 0,2 3 0 0,-5 1 0 0,1 0 0 0,2 0 0 0,-3 0 0 0,1-1 0 0,-1 1 0 0,-4 2 0 0,2 5 0 0,5 6 0 0,-3 0 0 0,-2-1 768 0,1 1 208 0,0 2 48 0,3-2 0 0,-2-2-832 0,2 1-192 0,1 1 0 0,0 0 0 0,3 1 0 0,1 0 0 0,1 1 0 0,4-1 0 0,-2 2 0 0,3-1 0 0,1 0 0 0,3-1 0 0,3 1 0 0,5-2 0 0,-1-1 0 0,2-2 0 0,2-1 0 0,-3-2 0 0,3 2 0 0,1-6 0 0,0-6 0 0,-2 3 0 0,-1 3 0 0,1 0 0 0,-1-1-768 0,-1-1-208 0,-1 1-48 0,-2-2 0 0,-2-4 832 0,-3-1 192 0,0 4 0 0,-7 4 0 0,0 0 0 0,0 0 0 0,5-6 0 0,-5 6 0 0,0 0-864 0,3-7-128 0,-3-2-32 0,0 9 0 0,0 0-1632 0,0 0-336 0,-3-8-64 0,3-3-16 0</inkml:trace>
  <inkml:trace contextRef="#ctx1" brushRef="#br0">19282 3181 16575 0,'0'0'736'0,"0"0"160"0,0 0-720 0,0 0-176 0,0 0 0 0,0 0 0 0,0 0 848 0,0 6 144 0,-2 0 32 0,2-6 0 0,-3 6 816 0,0-1 160 0,2 0 48 0,-5 0 0 0,2 3-832 0,0 3-144 0,-4 4-48 0,5 1 0 0,-1 1 0 0,1 5 0 0,-4 2 0 0,3 5 0 0,-4 3-816 0,4 3-208 0,-6 1 0 0,3 2 0 0,2 0 864 0,-2-1 128 0,0 2 32 0,4-4 0 0,-4 6 0 0,2-1 0 0,1 1 0 0,-3-1 0 0,-1-2-832 0,1 0-192 0,0-2 0 0,4 6 0 0,-3-7 0 0,0-3 0 0,2-3 0 0,1-5 0 0,3-5 0 0,0-4 0 0,-4-4 0 0,4 1 0 0,4-2 0 0,-1 1 0 0,-3 1 0 0,4-5 0 0,-4-7-768 0,0 0-208 0,0 0-48 0,0 0 0 0,6-5 0 0,-6 5 0 0,0 0 0 0,0 0 0 0,9-5-1632 0,1-2-336 0,-1-2-64 0,1-2-5472 0,-7-5-1104 0</inkml:trace>
  <inkml:trace contextRef="#ctx1" brushRef="#br0">19593 3184 20271 0,'0'0'896'0,"0"0"192"0,0 0-880 0,0 0-208 0,0 0 0 0,0 0 0 0,0 0 864 0,0 0 128 0,0 0 32 0,0 0 0 0,-6 6 816 0,5 4 160 0,-2 3 48 0,0 2 0 0,2 0-832 0,-2 4-144 0,-2 2-48 0,0 2 0 0,0 7-816 0,1 2-208 0,-3 1 0 0,4-2 0 0,-2-4 864 0,1 4 128 0,-3 4 32 0,1 1 0 0,0 1 0 0,0-2 0 0,-1-4 0 0,3-4 0 0,1 5-832 0,-1 0-192 0,1-3 0 0,-2 1 0 0,2 5 0 0,2-3 0 0,-2-6 0 0,-1 3 0 0,1-4 0 0,3-7 0 0,0-5 0 0,0-1 0 0,0 1 0 0,0-3 0 0,0-10 0 0,0 0 0 0,0 0 0 0,0 0 0 0,0 0 0 0,0 0 0 0,7-3-2416 0,0 0-528 0,-7 3-96 0,12-7-12720 0</inkml:trace>
  <inkml:trace contextRef="#ctx1" brushRef="#br0">19994 3314 20271 0,'-13'-10'896'0,"13"10"192"0,0 0-880 0,-4 2-208 0,4-2 0 0,0 0 0 0,0 0 864 0,0 0 128 0,-4 4 32 0,-2 2 0 0,1 1 0 0,3 2 0 0,-3 0 0 0,4 4 0 0,-5 4 0 0,5 2 0 0,-2 3 0 0,3 2 0 0,0 7 0 0,0 0 0 0,0 3 0 0,0 2 0 0,0 2 0 0,0-1 0 0,0 1 0 0,3-6 0 0,-3 3 0 0,0-1 0 0,0-2 0 0,1-1 0 0,-1-2-832 0,3 1-192 0,0 2 0 0,-2 3 0 0,-1-8 0 0,0-2 0 0,0-3 0 0,0-4 0 0,0-2 0 0,0 0 0 0,3 2 0 0,-1-4 0 0,-2-5 0 0,0-9 0 0,0 0 0 0,0 9 0 0,0 2-768 0,0-2-208 0,0-9-48 0,0 0 0 0,0 0-816 0,0 0-160 0,-5-13-48 0,4 1 0 0,-2 2 832 0,0-4 144 0,-1-4 48 0,4-2 0 0,-3-5 0 0,3-1 0 0,-5-1 0 0,3-4 0 0,-3 1-832 0,2-3-144 0,-1-2-48 0,1 0 0 0,2 2 1648 0,-2 1 400 0,-2 0 0 0,2 0 0 0,3 0 0 0,-1 3 0 0,-5 3 0 0,6 1 0 0,0 1 736 0,0 2 224 0,-1 2 64 0,2 0 0 0,2-1-832 0,1 2-192 0,-1 2 0 0,-1 1 0 0,4 3 864 0,-2 2 128 0,3 0 32 0,0 0 0 0,-2-4 0 0,5 4 0 0,1 2 0 0,1-1 0 0,-2-3-832 0,2 1-192 0,-1 5 0 0,2 0 0 0,-1-3 864 0,0-1 128 0,2 3 32 0,-2 2 0 0,2 5-832 0,-2 1-192 0,-2 1 0 0,1 0 0 0,0 1 864 0,-3-1 128 0,2 2 32 0,2-1 0 0,-2 1-832 0,-1 1-192 0,1 2 0 0,2 1 0 0,-2 0 0 0,1 3 0 0,1 2 0 0,-2 1 0 0,-3-1 0 0,0 1 0 0,2 1 0 0,-2 1 0 0,-4-2 864 0,2 1 128 0,-5 1 32 0,0-5 0 0,0-2-832 0,-2 1-192 0,-1 1 0 0,0 2 0 0,-1 2 864 0,-3 2 128 0,0 0 32 0,-5 2 0 0,0-4-832 0,-1-1-192 0,2-3 0 0,-4 2 0 0,4-1 0 0,-4 1 0 0,1-2 0 0,-1-3 0 0,2-4 0 0,-1-1 0 0,-4-1 0 0,4 1 0 0,2-1 0 0,-2 1 0 0,-1 0 0 0,1-2 0 0,-1-2 864 0,2-3 128 0,0-2 32 0,2 1 0 0,1 2-1648 0,1-2-320 0,-1 3-64 0,3-1-16 0,-2-3 832 0,3-1 192 0,5 0 0 0,-2 2 0 0,3 6-2496 0,0 0-464 0,0 0-96 0,0 0-16 0,4-7 0 0,3 1 0 0,8-4 0 0,-15 10 0 0</inkml:trace>
  <inkml:trace contextRef="#ctx1" brushRef="#br0">20574 3187 16575 0,'0'0'368'0,"0"0"80"0,0 0 0 0,0 0 16 0,0 0-464 0,0 0 0 0,0 0 0 0,0 0 0 0,0 0 912 0,0 0 96 0,0 0 16 0,0 0 0 0,0 0 816 0,10 3 160 0,-10-3 48 0,0 0 0 0,9 4-1648 0,-2 2-400 0,3 1 0 0,-1 0 0 0,-2-1 896 0,3 0 112 0,-3 0 16 0,2 4 0 0,1 6 0 0,0 1 0 0,-1 1 0 0,-2 1 0 0,5-1-832 0,-5 3-192 0,3-4 0 0,-3 2 0 0,3 1 864 0,-1 0 128 0,-4 1 32 0,2-1 0 0,-1 0-832 0,-2 1-192 0,3-3 0 0,-3 1 0 0,4-3 0 0,-5 3 0 0,-2 4 0 0,2 0 0 0,1-1 864 0,-4-2 128 0,0 1 32 0,0-1 0 0,-1 0-832 0,1-2-192 0,-3 0 0 0,0 3 0 0,-1-1 0 0,-1-1 0 0,1 0 0 0,-3-1 0 0,1 1 864 0,-3 3 128 0,-1-3 32 0,1-2 0 0,-4-1-832 0,2-3-192 0,1-4 0 0,-2 1 0 0,1 0 0 0,0 0 0 0,-3 1 0 0,2-3 0 0,-2-1 0 0,2-1 0 0,-2-1 0 0,-1 0 0 0,1 3 0 0,2-1 0 0,-2-1 0 0,-1-2 0 0,-1-1 0 0,2 1 0 0,-1 2 0 0,1-2 0 0,-1-1 0 0,4 2 0 0,-1-1 0 0,1 0 0 0,-2-2 0 0,1-1 0 0,0 1 0 0,2 1 0 0,-1-1 0 0,3 3 0 0,1-2 0 0,0 0 0 0,-2 1 0 0,2-3 0 0,0-2 0 0,1 1 0 0,-3 1 0 0,9-1 0 0,-4-1 0 0,-2 0 0 0,6 1-768 0,-7-5-208 0,0-1-48 0,2 3 0 0,5 3 832 0,0 0 192 0,-4 5 0 0,4-5 0 0,-6-5-1680 0,2 3-304 0,4 2-48 0,0 0-14752 0</inkml:trace>
</inkml:ink>
</file>

<file path=ppt/ink/ink6.xml><?xml version="1.0" encoding="utf-8"?>
<inkml:ink xmlns:inkml="http://www.w3.org/2003/InkML">
  <inkml:definitions>
    <inkml:context xml:id="ctx0">
      <inkml:inkSource xml:id="inkSrc0">
        <inkml:traceFormat>
          <inkml:channel name="X" type="integer" max="25977" units="cm"/>
          <inkml:channel name="Y" type="integer" max="17318" units="cm"/>
          <inkml:channel name="F" type="integer" max="65535" units="dev"/>
          <inkml:channel name="T" type="integer" max="2.14748E9" units="dev"/>
        </inkml:traceFormat>
        <inkml:channelProperties>
          <inkml:channelProperty channel="X" name="resolution" value="1000.26953" units="1/cm"/>
          <inkml:channelProperty channel="Y" name="resolution" value="1000.46216" units="1/cm"/>
          <inkml:channelProperty channel="F" name="resolution" value="0" units="1/dev"/>
          <inkml:channelProperty channel="T" name="resolution" value="1" units="1/dev"/>
        </inkml:channelProperties>
      </inkml:inkSource>
      <inkml:timestamp xml:id="ts0" timeString="2020-02-17T09:51:55.989"/>
    </inkml:context>
    <inkml:brush xml:id="br0">
      <inkml:brushProperty name="width" value="0.05292" units="cm"/>
      <inkml:brushProperty name="height" value="0.05292" units="cm"/>
      <inkml:brushProperty name="color" value="#FF0000"/>
    </inkml:brush>
  </inkml:definitions>
  <inkml:trace contextRef="#ctx0" brushRef="#br0">15164 6961 20271 0,'-12'-7'448'0,"2"1"80"0,10 6 32 0,-10-5 16 1,-2 2-576 0,12 3 0 6,-7-4 0-7,7 4 0 7,0 0 0-7,-4-4 0 7,1-1 0-7,3 5 0 8,0 0 928-8,0 0 80 7,0 0 16-6,0 0 0 6,0 0-832-7,0 0-192 7,-2-4 0-7,2 4 0 8,0 0 864-8,0 0 128 11,0 0 32-11,0 0 0 4,0 0-832-4,0 0-192 8,0 0 0-8,0 0 0 7,0 0 0-7,0 0 0 8,0 0 0-8,0 0 0 7,8 7 0-7,-4 1 0 8,-4-8 0-8,0 0 0 7,9 4 0-7,-9-4 0 8,7 3 0-8,0 0 0 7,-7-3 0-7,0 0 0 8,7-3 0-8,1 0 0 7,-8 3 0-7,7-3 0 8,-3-3 0-8,-4 6 0 7,6-6 0-7,-6 6 0 8,2-5 0-8,-2 5 0 7,2-8 0-7,-2 8 0 12,0 0 0-11,0-5 0 1,-2-3 0-2,0 3 0 8,-4 0 0-8,2 2 0 7,4 3 0-7,0 0 0 8,-7-3 0-8,2 3 0 7,5 0 0-7,-7 0 0 8,0 0 0-8,7 0 0 20,0 0-1600-20,0 0-352 1,0 0-80 0,0 0-16-1</inkml:trace>
</inkml:ink>
</file>

<file path=ppt/ink/ink7.xml><?xml version="1.0" encoding="utf-8"?>
<inkml:ink xmlns:inkml="http://www.w3.org/2003/InkML">
  <inkml:definitions>
    <inkml:context xml:id="ctx0">
      <inkml:inkSource xml:id="inkSrc0">
        <inkml:traceFormat>
          <inkml:channel name="X" type="integer" max="25977" units="cm"/>
          <inkml:channel name="Y" type="integer" max="17318" units="cm"/>
          <inkml:channel name="F" type="integer" max="65535" units="dev"/>
          <inkml:channel name="T" type="integer" max="2.14748E9" units="dev"/>
        </inkml:traceFormat>
        <inkml:channelProperties>
          <inkml:channelProperty channel="X" name="resolution" value="1000.26953" units="1/cm"/>
          <inkml:channelProperty channel="Y" name="resolution" value="1000.46216" units="1/cm"/>
          <inkml:channelProperty channel="F" name="resolution" value="0" units="1/dev"/>
          <inkml:channelProperty channel="T" name="resolution" value="1" units="1/dev"/>
        </inkml:channelProperties>
      </inkml:inkSource>
      <inkml:timestamp xml:id="ts0" timeString="2020-02-17T09:49:36.244"/>
    </inkml:context>
    <inkml:brush xml:id="br0">
      <inkml:brushProperty name="width" value="0.05292" units="cm"/>
      <inkml:brushProperty name="height" value="0.05292" units="cm"/>
      <inkml:brushProperty name="color" value="#FF0000"/>
    </inkml:brush>
  </inkml:definitions>
  <inkml:trace contextRef="#ctx0" brushRef="#br0">17134 5592 12895 0,'-15'1'1152'0,"-2"-4"-928"0,2-1-224 0,4 1 0 0,-4 3 848 0,4 3 128 0,-4 3 32 0,4-2 0 0,-1-1-1744 0,2 1-352 0,10-4-64 0,-7 5-5024 0</inkml:trace>
</inkml:ink>
</file>

<file path=ppt/ink/ink8.xml><?xml version="1.0" encoding="utf-8"?>
<inkml:ink xmlns:inkml="http://www.w3.org/2003/InkML">
  <inkml:definitions>
    <inkml:context xml:id="ctx0">
      <inkml:inkSource xml:id="inkSrc0">
        <inkml:traceFormat>
          <inkml:channel name="X" type="integer" max="25977" units="cm"/>
          <inkml:channel name="Y" type="integer" max="17318" units="cm"/>
          <inkml:channel name="F" type="integer" max="65535" units="dev"/>
          <inkml:channel name="T" type="integer" max="2.14748E9" units="dev"/>
        </inkml:traceFormat>
        <inkml:channelProperties>
          <inkml:channelProperty channel="X" name="resolution" value="1000.26953" units="1/cm"/>
          <inkml:channelProperty channel="Y" name="resolution" value="1000.46216" units="1/cm"/>
          <inkml:channelProperty channel="F" name="resolution" value="0" units="1/dev"/>
          <inkml:channelProperty channel="T" name="resolution" value="1" units="1/dev"/>
        </inkml:channelProperties>
      </inkml:inkSource>
      <inkml:timestamp xml:id="ts0" timeString="2020-02-17T09:49:53.215"/>
    </inkml:context>
    <inkml:brush xml:id="br0">
      <inkml:brushProperty name="width" value="0.05292" units="cm"/>
      <inkml:brushProperty name="height" value="0.05292" units="cm"/>
      <inkml:brushProperty name="color" value="#FF0000"/>
    </inkml:brush>
  </inkml:definitions>
  <inkml:trace contextRef="#ctx0" brushRef="#br0">16806 4442 12895 0,'0'0'272'1,"0"0"64"-1,5-6 16 0,-2 0 32 0,1-1-384 0,-1-1 0 5,1 1 0-5,1 0 0 7,-5 1 896-7,2 0 96 9,6 2 32-9,-5 0 0 6,-3 4 0-6,4-5 0 8,-1 0 0-8,1-3 0 7,1 0 0-7,-3-4 0 9,-2-1 0-9,0 4 0 6,0 9 0-6,0 0 0 8,-2-10 0-8,2 0 0 7,0 0-832-6,-5 1-192 6,2 0 0-7,-1-2 0 8,4-2 864-8,0 1 128 7,-4 2 32-7,-2 1 0 8,1 2-832-8,3-2-192 8,-7-1 0-8,5 2 0 7,-4 0 0-7,-2 3 0 7,0 0 0-7,-2-2 0 8,1 0 0-8,-4 1 0 7,-2 5 0-7,4-1 0 8,-4-2 0-8,2 1 0 8,-1-1 0-8,-1 5 0 7,2 5 864-7,4-2 128 8,-4-1 32-8,5-2 0 7,1-1-832-7,2 6-192 8,0 3 0-8,0 0 0 20,-1-4-768-20,5 4-208 0,-1 4-48 0,0 2 0 2,4 1 832-2,0-3 192 8,0-5 0-8,0 5 0 7,3 6 768-7,-2 10 208 8,3 9 48-8,-1-5 0 20,5-7-1648-19,-4-4-320-1,-1 3-64 0,1 1-16 2,2 1 832-2,-2 2 192 7,5 2 0-7,-2 0 0 8,1 0 0-8,2 7 0 7,-3-12 0-7,2 3 0 7,-2 4 0-7,3 3 0 8,-3 0 0-8,0 2 0 7,4 0 768-7,-6-1 208 8,1 1 48-8,-1 7 0 7,-1-6-832-7,-1-3-192 8,1-1 0-8,-4-3 0 7,0-2 0-7,0-1 0 9,-1-1 0-9,-2-4 0 6,0-2 864-6,-1-2 128 8,-1 2 32-8,-2-3 0 7,3-7-832-7,-2 2-192 8,-1 3 0-8,-1-1 0 7,-3-1 864-7,3 1 128 8,0-3 32-8,-2 0 0 8,-2 1-832-8,-1-2-192 7,1-2 0-7,4-1 0 7,-2-2 0-7,-1 0 0 8,0-1 0-8,-1-2 0 7,2-1 0-7,-1-1 0 8,-4-1 0-8,4-1 0 7,-1 0 0-6,-3-4 0 6,1-2 0-7,-1 0 0 21,4 0-768-21,-7-1-208 0,4-1-48 0,-2-3 0 14,4 3-816-14,-1-2-160 0,2-2-48 1,-4-1 0 14,1 1-1632-15,-2-1-336 0,-13-17-64 2,17 10-16-2</inkml:trace>
  <inkml:trace contextRef="#ctx0" brushRef="#br0" timeOffset="613">16171 4850 20271 0,'-21'20'448'0,"21"-20"80"0,0 0 32 0,0 0 16 1,0 0-576-1,0 0 0 8,5-4 0-8,-5 4 0 8,0 0 928-8,7 0 80 7,2-3 16-7,-2 0 0 7,-7 3-832-7,10-3-192 8,1-1 0-8,4 0 0 7,-1-1 864-7,4 1 128 8,-2-2 32-8,1 2 0 7,2 2 0-7,0-1 0 8,-2-1 0-8,2 1 0 7,0 2-832-7,0-1-192 8,-1-1 0-8,4 2 0 7,0-1 0-7,0 2 0 8,-1 0 0-8,0 0 0 7,3 0 0-7,-2 0 0 9,1-1 0-9,-4 1 0 6,3 1 0-6,-1-2 0 8,1-5 0-7,-3 5 0 7,3 4 0-8,-3-2 0 6,-5-2 0-5,1 1 0 5,-1 3 0-6,-2-3 0 9,-8 0 0-9,-4 0 0 6,7 1 864-6,-7-1 128 8,7 0 32-8,-7 0 0 7,6-4-832-7,-6 4-192 8,0 0 0-8,0 0 0 8,0 0 0-8,0 0 0 7,0 0 0-7,0 0 0 21,0 0-768-21,0 0-208 1,0 0-48-1,0 0 0 15,9-6-1632-14,-2 4-336-1,12 5-64 0,-2 3-16 0</inkml:trace>
  <inkml:trace contextRef="#ctx0" brushRef="#br0" timeOffset="1003">17336 4630 12895 0,'0'0'272'0,"0"0"64"0,5-7 16 0,-2-1 32 2,-2 1-384-2,-1 0 0 7,3-2 0-7,1 2 0 7,-4 7 896-7,0-7 96 8,-1-2 32-8,-2 2 0 8,3 7 0-8,0 0 0 7,-4-7 0-7,-4 1 0 7,4-2 0-7,-2 3 0 9,-1 0 0-9,0 2 0 6,7 3-832-6,-9-2-192 8,-1 2 0-8,-2 0 0 7,1 1 864-6,-2 2 128 7,1 1 32-8,1 1 0 6,1-4 0-5,-2 2 0 6,0 1 0-7,1 4 0 8,-2 0-832-8,1 4-192 7,1 4 0-7,0 3 0 8,3 2 864-8,-2 2 128 8,2 1 32-6,1 0 0 3,3 4 0-5,-1-1 0 8,2-6 0-8,1 2 0 7,4 4-832-7,-2 2-192 8,5 0 0-8,1 2 0 8,-2-1 0-8,3-1 0 7,2-3 0-7,1 6 0 7,0-4 0-7,-1-4 0 11,1-2 0-11,-1-5 0 17,1-2-768-16,1-4-208-1,0 0-48 1,-3-3 0-1,2-1 832 0,2-1 192 8,-2-1 0-8,-1-3 0 20,1 3-1680-20,-3-4-304 1,5-1-48-1,-5-3-7120 12,3-1-1408-12</inkml:trace>
  <inkml:trace contextRef="#ctx0" brushRef="#br0" timeOffset="2624">17310 3688 27647 0,'0'0'1216'0,"0"0"256"2,0 0-1168-2,0 0-304 8,-5 6 0-8,0-2 0 7,1 2 0-7,0 3 0 8,-2 2 0-8,1 1 0 7,3 0 0-7,0-1 0 7,-4 2 0-6,5 2 0 6,-5 1 0-7,2 4 0 8,-1 5 0-7,2-1 0 5,-1-2 0-5,-3 3 0 6,0 2 0-7,-1 2 0 7,1 0 0-7,-2 1 0 8,-1 1 0-8,6-7-12224 12</inkml:trace>
  <inkml:trace contextRef="#ctx0" brushRef="#br0" timeOffset="6588">17613 4869 16575 0,'0'0'736'1,"-3"-6"160"0,2-1-720-1,-2 0-176 7,-1-2 0-7,1 0 0 7,-2 2 848-7,2 0 144 8,-1-1 32-8,0 1 0 7,1-1 816-7,0 0 160 8,3 8 48-7,0-8 0 5,-4-3-1648-6,4 3-400 9,0 8 0-9,0 0 0 7,0 0 896-7,0 0 112 8,0 0 16-8,0 0 0 6,0 0-832-5,7-2-192 6,3-1 0-7,-1 3 0 7,1 5 0-7,1-2 0 8,0-3 0-8,-3 1 0 7,4 1 0-7,-2 0 0 8,-3 3 0-7,0 2 0 6,4 3 0-7,-3 2 0 7,-1-1 0-7,1 1 0 8,-1 0 0-8,3-1 0 7,-6 2 0-6,4 5 0 6,-4 0 864-7,0-3 128 7,-1 1 32-7,-6 1 0 8,2 2-832-8,-5 0-192 8,2 1 0-8,-3 0 0 7,-2 1 0-7,-1-2 0 7,0-1 0-7,-3 6 0 8,0-3 0-8,1-2 0 8,-3-3 0-8,4-1 0 7,1-2 0-7,2-3 0 8,0-4 0-8,-2-1 0 7,5 1 0-7,-2-2 0 8,3-1 0-8,4-3 0 6,-6 2 0-6,-1-5 0 9,-2-4 0-9,5 1 0 7,4 6 0-7,0 0 0 7,-6-4 0-7,6 4 0 21,0 0-768-20,0-9-208-1,-2 2-48 1,2 1 0 12,0 6 0-13,0 0 0 0,2-6 0 0,4 0 0 15,-5-1-816-15,3 1-160 0,4 2-48 0,-1-2-8192 6</inkml:trace>
  <inkml:trace contextRef="#ctx0" brushRef="#br0" timeOffset="7025">18066 4723 20271 0,'0'0'448'0,"0"0"80"0,0 0 32 0,0 0 16 0,0 0-576 1,0 0 0 5,0 0 0-6,-4-5 0 8,0 1 0-8,-2 1 0 8,-1 2 0-8,-2 1 0 7,-1 1 928-7,3 0 80 8,-5-1 16-8,5 2 0 7,-2-1-832-7,-1 2-192 8,3 0 0-8,0 0 0 7,-1 1 864-7,1 1 128 8,0-7 32-8,-2 4 0 7,-1 1-832-7,0 2-192 8,1 3 0-8,-1-3 0 7,3-2 864-7,-2 0 128 8,-1 2 32-8,-2 0 0 7,5 4-832-7,-3-2-192 7,3 1 0-7,-2-1 0 8,-1-1 864-8,3 1 128 7,-1 0 32-6,1-1 0 6,0-6-832-7,0 9-192 7,2 9 0-7,1 1 0 9,0-4 0-9,1-1 0 7,0 2 0-6,-1-4 0 5,4-12 864-6,0 10 128 8,0 9 32-8,2 1 0 7,0-1-832-7,1-2-192 8,1-1 0-8,-1 2 0 7,4 0 0-7,0 4 0 8,1-3 0-8,0-6 0 7,3-3 0-7,-1 2 0 9,-2 2 0-9,7-1 0 6,-1-3 0-6,-2-2 0 9,0-4 0-9,1-1 0 6,0 0 0-6,4-2 0 8,-3-1 0-7,1 0 0 5,-3-1 0-6,-1-1 0 8,2-1 0-8,-1-2 0 21,-4-4-768-21,-2 3-208 0,-6 6-48 0,0 0 0 1,0 0 832 0,0 0 192 6,0 0 0-7,0 0 0 7,0 0 0-7,0 0 0 8,0 0 0-8,0 0 0 20,0 0-1680-20,0 0-304 0,0 0-48 0,0 0-7120 14,0 0-1408-14</inkml:trace>
  <inkml:trace contextRef="#ctx0" brushRef="#br0" timeOffset="7519">18272 4514 20271 0,'0'0'448'0,"0"0"80"0,0-7 32 0,0 7 16 1,0 0-576-1,0 0 0 8,0 0 0-8,0 0 0 7,7-6 0-7,1 2 0 9,-8 4 0-9,7-3 0 6,-7 3 928-6,11 3 80 9,-3 4 16-9,3 2 0 6,-1-2 0-6,1 1 0 8,-3 1 0-8,4 4 0 7,-2 5-832-7,-3-1-192 8,2 0 0-8,-2 1 0 7,0-1 864-7,1 0 128 8,-3-1 32-8,0 2 0 7,2 1 0-7,-3 1 0 8,1 0 0-8,-2 0 0 8,0 1-832-7,-2 0-192 5,2 3 0-6,-3-1 0 7,0-1 864-7,0 4 128 8,0 6 32-8,0-11 0 8,-4-2-832-8,1-2-192 10,0 1 0-10,-2-2 0 4,1-3 864-4,1 0 128 8,-1-2 32-8,-3 2 0 8,-1-1-832-8,1-3-192 7,0-2 0-7,0 0 0 7,-1 1 0-7,1-3 0 9,-2 0 0-9,-1-2 0 6,-1-2 0-6,-1-1 0 9,-1-1 0-9,1-1 0 6,1 2 0-6,-1 0 0 8,-1 0 0-8,2-3 0 21,-1-3-768-20,2 4-208-1,3 2-48 0,-5-2 0 13,5-1-1632-8,0 2-336-4,-1 2-64-1,8-1-6560 5,0 0-1328-5</inkml:trace>
  <inkml:trace contextRef="#ctx0" brushRef="#br0" timeOffset="8029">18886 4576 16575 0,'0'0'368'0,"0"0"80"0,0 0 0 0,-6 6 16 1,6-6-464 0,0 0 0 6,0 0 0-7,0 0 0 7,0 0 0-7,0 0 0 8,0 0 0-8,0 0 0 8,0 0 912-8,0 0 96 7,0 0 16-6,0 0 0 6,0 0 0-7,0 0 0 10,0 0 0-10,0 0 0 5,8-4 0-5,2-1 0 7,-3 4 0-7,5-1 0 8,-1 1-832-8,2 0-192 7,-4 1 0-7,3-2 0 8,2-2 864-8,1-1 128 8,-1-2 32-8,1 1 0 7,3 3-832-7,1 2-192 11,1 0 0-11,-1-4 0 4,0-2 0-4,0 0 0 8,3 0 0-8,-3 1 0 7,-2 3 0-7,-1 0 0 8,1-3 0-8,-5 3 0 21,-1 2-768-21,1 1-208 0,1-2-48 1,-4 2 0 12,1 0-1632-12,-10 0-336-1,0 0-64 1,0 0-16 0</inkml:trace>
  <inkml:trace contextRef="#ctx0" brushRef="#br0" timeOffset="8345">18928 4778 20271 0,'0'0'448'0,"-1"10"80"0,-5-2 32 0,5 0 16 1,1-8-576-1,0 0 0 7,0 10 0-7,0-10 0 8,0 0 0-8,0 0 0 8,1 9 0-8,-1-9 0 7,0 0 928-7,10 4 80 8,-3 0 16-8,4-1 0 7,0-1 0-7,1-2 0 8,2-3 0-8,2 0 0 7,-1 1 0-7,-1 2 0 8,4 2 0-8,-4-2 0 7,0-2-832-7,2-1-192 8,-1-1 0-8,-1 1 0 7,1 3 0-7,-1 0 0 11,-2-1 0-11,2-1 0 4,-2-1 0-4,0 0 0 8,-2 1 0-8,4 0 0 7,-2 1 0-6,-2 1 0 6,-10 0 0-7,9-2 0 7,1-1 0-7,-3 2 0 8,-7 1 0-8,0 0 0 7,0 0 0-7,0 0 0 11,4 1 0-11,-4-1 0 18,0 0-768-17,0 0-208-1,0 0-48 0,0 0 0 13,0 0-816-13,12 0-160 0,-2-1-48 1,-10 1 0 3</inkml:trace>
  <inkml:trace contextRef="#ctx0" brushRef="#br0" timeOffset="8780">19831 4381 16575 0,'0'0'368'0,"0"0"80"0,0 0 0 0,0 0 16 1,0-6-464-1,-2 0 0 8,-1 2 0-8,3-1 0 7,0 5 912-7,0 0 96 8,0 0 16-7,0 0 0 5,0 0 0-6,0 0 0 8,-7-4 0-8,7 4 0 8,0 0 0-8,0 0 0 7,-7 3 0-7,2 1 0 7,-2 2-832-7,4 0-192 8,-4 1 0-8,3 0 0 7,-1 2 864-7,3 4 128 8,-3 6 32-8,1 3 0 7,-3 1 0-7,1 1 0 8,4 1 0-8,-1 1 0 8,1 3-832-8,2-4-192 8,-2 2 0-8,2-1 0 7,0 0 0-7,2-1 0 8,3-3 0-8,0 1 0 6,2 2 0-6,0 5 0 12,5-1 0-12,-1-3 0 3,2-6 0-3,-1-2 0 8,2-2 0-8,-2 3 0 8,0 5 0-8,-2-9 0 7,1-8 0-7,1-3 0 8,2-1 0-8,4-1 0 7,-4-2 0-7,2 0 0 8,-1-3 0-8,-1-2 0 8,1 0 0-8,1-4 0 7,-2-4 0-7,1 0 0 7,-1 3 0-7,1-3 0 8,-4-3 0-8,4-5 0 7,-1 4 0-7,-2 0 0 8,-2-4 0-8,-1 0 0 7,-2-1 0-7,0 0 0 8,-1 2 0-8,-2 1 0 11,0 0 0-11,-1 0 0 4,-3 1 0-4,-3-1 0 8,3-2 0-8,-4 4 0 7,0 1 0-7,-2 0 0 8,2-1 0-8,1 1 0 7,-4 1 0-7,2 1 0 8,-2-1 0-8,3 2 0 7,-4 0 864-7,1 3 128 8,0 3 32-8,0 0 0 7,2 1-832-7,-2 0-192 7,0 0 0-7,0-1 0 9,-4-3 864-9,4 3 128 7,-2 1 32-7,-1 3 0 7,2-1-832-6,-2 1-192 6,-1 0 0-7,3 1 0 7,-2 1 0-7,1-1 0 9,2 0 0-9,-4 0 0 6,3 2 0-6,-2 3 0 8,2 0 0-8,1 0 0 7,-3-2 0-7,1-2 0 8,5-5 0-8,-3 6 0 7,-3 4 0-7,2-1 0 8,8-3 0-8,0 0 0 7,0 0 0-7,-7 0 0 8,0-3 0-8,3 3 0 20,1 2-768-20,3-2-208 0,0 0-48 0,0 0 0 16,-8-2-1632-16,0 1-336 0,2 1-64 0,-3-3-16 1</inkml:trace>
</inkml:ink>
</file>

<file path=ppt/ink/ink9.xml><?xml version="1.0" encoding="utf-8"?>
<inkml:ink xmlns:inkml="http://www.w3.org/2003/InkML">
  <inkml:definitions>
    <inkml:context xml:id="ctx0">
      <inkml:inkSource xml:id="inkSrc0">
        <inkml:traceFormat>
          <inkml:channel name="X" type="integer" max="25977" units="cm"/>
          <inkml:channel name="Y" type="integer" max="17318" units="cm"/>
          <inkml:channel name="F" type="integer" max="65535" units="dev"/>
          <inkml:channel name="T" type="integer" max="2.14748E9" units="dev"/>
        </inkml:traceFormat>
        <inkml:channelProperties>
          <inkml:channelProperty channel="X" name="resolution" value="1000.26953" units="1/cm"/>
          <inkml:channelProperty channel="Y" name="resolution" value="1000.46216" units="1/cm"/>
          <inkml:channelProperty channel="F" name="resolution" value="0" units="1/dev"/>
          <inkml:channelProperty channel="T" name="resolution" value="1" units="1/dev"/>
        </inkml:channelProperties>
      </inkml:inkSource>
      <inkml:timestamp xml:id="ts0" timeString="2020-02-17T09:49:48.674"/>
    </inkml:context>
    <inkml:brush xml:id="br0">
      <inkml:brushProperty name="width" value="0.05292" units="cm"/>
      <inkml:brushProperty name="height" value="0.05292" units="cm"/>
      <inkml:brushProperty name="color" value="#FF0000"/>
    </inkml:brush>
    <inkml:context xml:id="ctx1">
      <inkml:inkSource xml:id="inkSrc1">
        <inkml:traceFormat>
          <inkml:channel name="X" type="integer" max="25977" units="cm"/>
          <inkml:channel name="Y" type="integer" max="17318" units="cm"/>
          <inkml:channel name="T" type="integer" max="2.14748E9" units="dev"/>
        </inkml:traceFormat>
        <inkml:channelProperties>
          <inkml:channelProperty channel="X" name="resolution" value="1000.26953" units="1/cm"/>
          <inkml:channelProperty channel="Y" name="resolution" value="1000.46216" units="1/cm"/>
          <inkml:channelProperty channel="T" name="resolution" value="1" units="1/dev"/>
        </inkml:channelProperties>
      </inkml:inkSource>
      <inkml:timestamp xml:id="ts1" timeString="2020-02-17T09:50:07.152"/>
    </inkml:context>
  </inkml:definitions>
  <inkml:trace contextRef="#ctx0" brushRef="#br0">3942 10106 9215 0,'0'0'400'1,"0"0"96"0,0 0-496-1,0 0 0 8,0 0 0-8,0 0 0 7,0 0 0-7,0 0 0 8,0 0 0-8,0 0 0 7,0 0 0-7,0 0 0 8,0 0 0-8,0 0 0 7,0 0 0-7,0 0 0 8,0 0 0-8,0 0-2624 18,0 0-640-18</inkml:trace>
  <inkml:trace contextRef="#ctx1" brushRef="#br0">14108 7072 0,'0'0'8,"0"0"2,0 0 1,0 0-2,0 0 4,0 0-6,0 0-4,0 0 6,33-69 20</inkml:trace>
</inkml:ink>
</file>

<file path=ppt/ink/ink10.xml><?xml version="1.0" encoding="utf-8"?>
<inkml:ink xmlns:inkml="http://www.w3.org/2003/InkML">
  <inkml:definitions>
    <inkml:context xml:id="ctx0">
      <inkml:inkSource xml:id="inkSrc0">
        <inkml:traceFormat>
          <inkml:channel name="X" type="integer" max="25977" units="cm"/>
          <inkml:channel name="Y" type="integer" max="17318" units="cm"/>
          <inkml:channel name="T" type="integer" max="2.14748E9" units="dev"/>
        </inkml:traceFormat>
        <inkml:channelProperties>
          <inkml:channelProperty channel="X" name="resolution" value="1000.26953" units="1/cm"/>
          <inkml:channelProperty channel="Y" name="resolution" value="1000.46216" units="1/cm"/>
          <inkml:channelProperty channel="T" name="resolution" value="1" units="1/dev"/>
        </inkml:channelProperties>
      </inkml:inkSource>
      <inkml:timestamp xml:id="ts0" timeString="2020-02-17T09:49:44.623"/>
    </inkml:context>
    <inkml:brush xml:id="br0">
      <inkml:brushProperty name="width" value="0.05292" units="cm"/>
      <inkml:brushProperty name="height" value="0.05292" units="cm"/>
      <inkml:brushProperty name="color" value="#FF0000"/>
    </inkml:brush>
  </inkml:definitions>
  <inkml:trace contextRef="#ctx0" brushRef="#br0">24318 10228 0,'0'0'1,"0"0"13</inkml:trace>
</inkml:ink>
</file>

<file path=ppt/ink/ink11.xml><?xml version="1.0" encoding="utf-8"?>
<inkml:ink xmlns:inkml="http://www.w3.org/2003/InkML">
  <inkml:definitions>
    <inkml:context xml:id="ctx0">
      <inkml:inkSource xml:id="inkSrc0">
        <inkml:traceFormat>
          <inkml:channel name="X" type="integer" max="25977" units="cm"/>
          <inkml:channel name="Y" type="integer" max="17318" units="cm"/>
          <inkml:channel name="F" type="integer" max="65535" units="dev"/>
          <inkml:channel name="T" type="integer" max="2.14748E9" units="dev"/>
        </inkml:traceFormat>
        <inkml:channelProperties>
          <inkml:channelProperty channel="X" name="resolution" value="1000.26953" units="1/cm"/>
          <inkml:channelProperty channel="Y" name="resolution" value="1000.46216" units="1/cm"/>
          <inkml:channelProperty channel="F" name="resolution" value="0" units="1/dev"/>
          <inkml:channelProperty channel="T" name="resolution" value="1" units="1/dev"/>
        </inkml:channelProperties>
      </inkml:inkSource>
      <inkml:timestamp xml:id="ts0" timeString="2020-02-17T09:49:38.573"/>
    </inkml:context>
    <inkml:brush xml:id="br0">
      <inkml:brushProperty name="width" value="0.05292" units="cm"/>
      <inkml:brushProperty name="height" value="0.05292" units="cm"/>
      <inkml:brushProperty name="color" value="#FF0000"/>
    </inkml:brush>
  </inkml:definitions>
  <inkml:trace contextRef="#ctx0" brushRef="#br0">13965 10174 17215 0,'-16'-2'768'0,"1"1"144"2,-2-2-720-2,-4 0-192 7,1 0 0-7,4 2 0 8,-1-1 0-8,1 4 0 8,1 1 0-8,-2-2 0 7,1-1 256-7,-3 0 32 7,-1-1 0-6,0-1 0 6,-2-1 160-7,0 2 48 8,1 0 0-8,-3-1 0 7,-3 1-160-7,1-1-16 8,0 1-16-8,0-1 0 7,-8 1-144-7,1-1-32 8,-3 1 0-8,-5 0 0 7,-2-2 128-7,-2 0 0 7,4-2 16-7,-2 2 0 9,-6 2-96-9,4 0-32 7,-3 1 0-7,0 0 0 7,-2 2-144-7,-1 4 0 7,2 2-160-7,-9 0 160 9,1 1-224-9,2 0 48 6,2-1 16-6,-1-2 0 8,0 0 160-8,5 1 0 7,3 2 0-7,1-3 0 8,0-5 0-8,-1 2 128 7,-2 3-128-7,6-2 176 8,-2-4 32-8,4 2 16 8,-4-2 0-8,4-2 0 7,-5-1-64-7,4 2-16 8,5 1 0-8,3-2 0 7,-3-1-144-7,1 1 0 8,-1-1 0-8,-1 1 0 7,4 1 0-7,-3 1 0 8,-2-2 0-4,2 4 0-1,-6 1 0-3,-1-2 0 8,2-1-192-8,0 2 192 7,5 0-192-7,1 4 192 8,-1 0-192-8,0-2 192 7,3-4-224-7,-1 3 80 8,5 2 16-8,-1-3 0 8,-2 1 128-8,2 2-192 7,1 1 192-7,3-1-192 7,-5 1 192-7,4-3 0 8,4 1-144-8,-2-2 144 7,-1-4 0-7,4 4 0 8,-1 2 0-8,1 0 0 7,3-1 0-7,2 0 0 8,1-1 0-8,-1 2 0 7,2 0 0-7,-1 1 0 8,5-2 0-8,1 1 0 7,-2 0 128-7,12-4-128 8,-7 6 0-8,7-6 128 7,-10 6-128-7,10-6 0 8,-12 7 144-8,12-7-144 7,0 0 128-7,-3 12-128 8,3-12 128-8,-4 11-128 8,4-11 0-8,-5 16 128 7,3 0-128-7,0 2 0 7,-1 0 144-7,3 4-144 8,0 1 192-8,0 5-192 8,0 1 176-8,0 6-176 8,-3 1 160-8,3 6-160 7,0 3 0-7,0 5 128 7,0 6-128-7,3 3 0 8,-3 0 0-8,0 2 0 7,0-1 0-7,0-1 0 7,0 0 0-7,0 2 0 8,0 1 0-8,0 7 0 8,3 2 0-8,-1-3 0 7,-2-5 0-7,0-2 0 7,0-1 144-7,0 0-16 8,2 1 0-8,3-1 0 7,-5-1 96-6,3 1 16 6,-3-1 0-7,1-3 0 8,-1-2-64-8,3-3-16 7,-3-2 0-7,3-3 0 8,-2-2-16-8,-1-2 0 8,3-3 0-8,2 1 0 7,0 2-144-7,0 0 192 7,-1-1-192-7,-4 0 192 8,0-1-192-8,3 1 0 7,-6-2 144-7,6 1-144 8,1-3 0-8,1-1 0 7,-2 0 0-7,-3 0 128 7,4 1-128-5,-4-3 0 4,0 0 0-6,0 0 0 8,3 0 0-8,1 0 0 7,-1 0 0-7,1-2 0 8,-1-2-176-8,5 2 0 8,-4 0 0-8,0-3 0 19,3-5-448-19,1 0-80 1,2-4-32-1,1-3 0 14,1-2-1904-14,3-2-384 0</inkml:trace>
  <inkml:trace contextRef="#ctx0" brushRef="#br0" timeOffset="1231">13529 10217 4607 0,'0'0'400'2,"-11"-4"-400"5,0-2 0-6,4 2 0 6,7 4 4304-7,0 0 784 8,-5-7 160-8,5 7 16 20,0 0-4848-20,9-8-976 0,-9 8-192 0,14-8-32 2,5-2 304-2,3 2 64 8,-3 1 16-8,3 1 0 7,-4 1 400-6,4 0-128 5,4 2 128-5,0 2 0 6,3 1 0-7,5 3 0 7,-1 1 0-7,7 0 0 8,4-1 0-8,1 2 0 7,3 0 0-7,-5 0 0 8,2-2 0-6,-2 1 144 4,2 3-144-6,3-2 160 7,0-2-160-6,3 1 0 6,-4-1 144-7,6 0-144 7,2-3 0-6,2 1 0 5,0 1 0-6,-2 2 0 8,0 2 0-8,3 0 0 8,-4-1 0-8,6 3 0 8,0-1 0-8,2 0 0 7,-3-1 0-7,-3 0 0 7,-1 1 0-7,-6 3 0 9,1 2 0-9,-5-1 0 6,-1-4 0-5,-7 1-256 6,3-3 32-7,-7 0 16 21,-3-1-176-21,-4-1-16 0,2 0-16 1,-5 1 0 14,-4 1-32-15,0-1-16 0,-5-4 0 0,-1 1 0 1,-13-1 144-1,0 0 16 7,6 3 16-7,-6-3 0 8,0 0 288-8,0 0 0 7,0 0 0-7,-4 9 0 7,-8 0 288-7,2-3 112 8,-2-2 32-8,1 2 0 8,1-1-32-8,-2 1 0 8,1 1 0-8,0 1 0 6,4-1 48-6,-2-1 16 8,-1 0 0-8,0-1 0 7,3 1 176-7,1 0 48 8,0 1 0-8,2 2 0 7,4-9-64-7,-3 10-16 8,3-10 0-8,-1 15 0 7,-5-1-288-7,9 2-64 8,1-2-16-8,3 5 0 7,-1 4-240-7,3 4 0 8,5 0 0-8,-2 5 0 7,-2 1 0-7,2 5 0 8,-1 0 0-8,4 4 0 8,4 1 0-8,-5 3 0 7,-4 2 0-7,6 0 0 8,1 1 0-8,1 2 144 8,-2 1-144-8,1 2 128 7,-4 2-128-6,0-1 0 5,-4-1-160-6,1 1 160 8,2 3-224-7,-1-3 48 5,-4-4 16-6,1-4 0 8,-1-2 0-8,-1-3 0 7,-5-1 0-7,2-2 0 8,1-3 160-8,1-1 0 7,-2-3 0-7,0-3 0 7,-2-3 160-6,5 1-32 7,-2 4-128-8,1-5 192 6,-3-6 0-5,3 2 0 6,2-3 0-7,-3-2 0 7,2 1-192-7,-2-3 176 8,4 1-176-8,-1-1 160 8,0-2-160-8,2 1 0 7,-2-1 0-7,0 1 0 8,1 0 0-8,-1 0 0 7,0-2 0-7,0 0 0 8,1-1 0-8,-1 1 0 7,-3-1 0-7,-1 1 0 8,-3-12 0-8,4 13-176 7,-4-13 176-7,8 12-128 8,-8-12-32-8,3 10 0 7,-3-10 0-7,0 0 0 7,0 0-176-7,2 10-48 8,-2-10 0-8,0 0 0 7,0 0 384-7,0 0-144 8,-5 9 144-8,5-9 0 7,0 0 0-7,-8 5 0 9,8-5 160-9,-8 5-32 7,-2-2 48-7,2-2 16 8,8-1 0-8,-11 0 0 7,-4 2 48-7,4 0 16 7,-4 3 0-6,1-2 0 6,-4 1 64-7,5 0 0 7,-7-1 16-7,1 2 0 8,-3-2 0-8,-1 2 0 7,2 0 0-7,-6-1 0 8,-6 2-64-8,1 0-16 7,-2-2 0-7,-3 2 0 8,1 2-256-8,-2 0 160 7,2-3-160-7,-7 1 128 8,1 2-128-8,-2 0 0 8,-1 1 144-8,-2 0-144 7,-5-1 0-7,-2 0 0 7,2 0 0-7,0-1 128 8,-3 2-128-8,4 0 0 8,-1 1 0-8,0 0 0 7,-2 0 0-7,2-1 0 8,0 0 0-8,-3-1 0 7,0 1 0-7,3 0 0 7,-6-3 128-7,3-1-128 8,-1 0 128-8,4-2-128 7,0-2 128-7,-6 0-128 8,2-3 0-8,-4-4 128 7,0-4-128-7,-3-1 0 8,2 3 0-8,1-4 0 8,0-4 0-8,1 2 0 8,-3-1 0-8,2 1 0 6,1 1 0-6,-6 0 0 8,-2 1 0-7,0 1 0 5,5-2 0-6,0 1 0 8,-2 0 0-8,2 2 0 8,-3 0 0-8,2 0 0 7,0 3 128-7,-4-1-128 7,-3 3 160-6,5-1-160 6,9 0 144-7,1 2-144 8,0-1 128-8,4 1-128 7,2 0 144-7,1 1-144 8,0-2 160-8,-3 3-160 7,4-4 128-7,-3 1-128 8,3 0 0-8,0 0 0 7,-2-1 0-7,4 1 0 8,2-3 0-8,-1 3 0 7,-1-1 0-7,2 0 0 8,1-1 0-8,-2 1 0 7,-3 0 0-7,2 2 0 7,-6 0 0-7,3-1 0 9,0 1 0-9,4-2 0 7,0-3 0-7,4 4 0 7,-1-1 0-7,5 1 0 8,-2 2 0-8,6-1 0 7,-1-5 0-7,0 2 0 8,-1 0 0-8,4 1 0 7,-3 0 0-7,4 2 0 8,-3-2 0-8,6 2 0 7,-2-2 0-7,1 0 0 8,1 2 0-8,2 0 0 7,3-1 0-7,2 2 0 8,0 0 0-8,2 1 0 7,1-1 0-7,3-2 0 8,1 0 0-8,2 0-160 7,-2 4-96-7,4-1-32 7,8 2 0-7,0 0 0 21,-11-4-224-21,11 4-32 0,-7-4-16 1,7 4 0 12,0 0-96-13,0 0-32 1,0 0 0-1,0 0 0 15,-4-6-336-14,4 6-80 1,0 0-16-2</inkml:trace>
</inkml:ink>
</file>

<file path=ppt/ink/ink12.xml><?xml version="1.0" encoding="utf-8"?>
<inkml:ink xmlns:inkml="http://www.w3.org/2003/InkML">
  <inkml:definitions>
    <inkml:context xml:id="ctx0">
      <inkml:inkSource xml:id="inkSrc0">
        <inkml:traceFormat>
          <inkml:channel name="X" type="integer" max="25977" units="cm"/>
          <inkml:channel name="Y" type="integer" max="17318" units="cm"/>
          <inkml:channel name="F" type="integer" max="65535" units="dev"/>
          <inkml:channel name="T" type="integer" max="2.14748E9" units="dev"/>
        </inkml:traceFormat>
        <inkml:channelProperties>
          <inkml:channelProperty channel="X" name="resolution" value="1000.26953" units="1/cm"/>
          <inkml:channelProperty channel="Y" name="resolution" value="1000.46216" units="1/cm"/>
          <inkml:channelProperty channel="F" name="resolution" value="0" units="1/dev"/>
          <inkml:channelProperty channel="T" name="resolution" value="1" units="1/dev"/>
        </inkml:channelProperties>
      </inkml:inkSource>
      <inkml:timestamp xml:id="ts0" timeString="2020-02-17T09:49:47.973"/>
    </inkml:context>
    <inkml:brush xml:id="br0">
      <inkml:brushProperty name="width" value="0.05292" units="cm"/>
      <inkml:brushProperty name="height" value="0.05292" units="cm"/>
      <inkml:brushProperty name="color" value="#FF0000"/>
    </inkml:brush>
  </inkml:definitions>
  <inkml:trace contextRef="#ctx0" brushRef="#br0">12878 12627 12895 0,'0'0'576'1,"0"0"112"-1,0 0-560 0,0 0-128 7,-4-9 0-7,4 9 0 7,0-10 272-7,0 10 32 9,0 0 0-9,7-10 0 6,-7 10-304-6,10-9 0 8,-1 0 0-8,1 1 0 7,-1-1 0-7,1 2 0 8,-3 1 0-8,5 0 0 7,-1 0 0-7,0 0-144 8,0 1 144-8,4 0 0 7,-4 1 0-6,4 0 0 6,-1-1 192-7,4 1-64 8,3-2 64-8,0 2 0 7,-4 1 16-7,2 1 0 8,2-1 16-8,-2 2 0 7,0 0 0-6,6-1 0 6,1-1-80-7,0 0-16 7,3-1 0-7,0 0 0 8,1-1-128-8,1 1 0 8,-4-2 0-8,1 0 128 7,1 1-128-7,0-1 0 7,0-1 144-7,-3 1-144 8,4-2 128-8,-4 3-128 8,2-1 128-8,-1 0-128 7,-1 2 192-7,2-1-16 8,-2 3-16-8,0-1 0 7,4 0-32-7,-1 3 0 7,0 0 0-7,0 1 0 8,-1-1-128-8,1 0 0 7,-3 0 144-7,0 2-144 8,-1 1 0-8,1-2 128 7,-2 0-128-7,-1 1 0 8,-1 1 0-8,1 0 128 7,-1-2-128-7,0-1 0 8,-3-1 0-8,2-1 0 8,-2 1 0-8,3 1 0 7,0-2 0-7,-1 1 0 7,2-3 0-7,2-1 128 8,-2 1-128-8,3-1 192 7,-4 1-64-7,3-2 0 8,-2 1-128-8,-4-1 144 7,-2 0-144-7,2 2 160 8,-2-2-32-8,-1 3 0 8,2 0 0-8,-2 2 0 7,-2-1-128-7,0 2 192 7,-2-1-192-7,3 1 192 8,-4 3-32-8,2-1 0 7,-1 1 0-7,-1 0 0 7,1-1-160-7,-2-1 192 8,5 1-192-8,-4-2 192 8,1 0-192-8,-2 1 0 8,1 1 144-8,0-1-144 7,-11-1 0-7,11 0 0 7,4-1 0-7,-4-1 0 9,-11 2 0-9,15-3 128 6,-4 0-128-6,1 0 0 8,-12 3 0-8,14-3 144 7,1 1-144-7,-4 0 0 8,3-1 144-8,-14 3-144 7,11-6 0-7,1 2 144 8,2 1-144-8,-2 0 0 8,-12 3 0-8,17-1 128 7,-5-2-128-7,-12 3 0 7,14-3 0-6,-14 3 0 6,15-4 0-7,-15 4 0 8,0 0 0-8,11-5 0 7,-11 5 0-7,0 0 160 8,15-4-160-8,-15 4 160 7,0 0-32-7,0 0 0 7,0 0 0-7,0 0 0 8,0 0 320-8,0 0 48 7,0 0 16-7,0 0 0 8,0 0-208-8,0 0-48 7,0 0 0-7,0 0 0 9,0 0-256-9,0 0 128 6,0 0-128-6,0 0 0 8,0 0 0-8,0 0-144 7,0 0-16-7,0 0 0 21,0 0-1584-21,0 0-320 0,0 0-64 0</inkml:trace>
</inkml:ink>
</file>

<file path=ppt/ink/ink13.xml><?xml version="1.0" encoding="utf-8"?>
<inkml:ink xmlns:inkml="http://www.w3.org/2003/InkML">
  <inkml:definitions>
    <inkml:context xml:id="ctx0">
      <inkml:inkSource xml:id="inkSrc0">
        <inkml:traceFormat>
          <inkml:channel name="X" type="integer" max="25977" units="cm"/>
          <inkml:channel name="Y" type="integer" max="17318" units="cm"/>
          <inkml:channel name="F" type="integer" max="65535" units="dev"/>
          <inkml:channel name="T" type="integer" max="2.14748E9" units="dev"/>
        </inkml:traceFormat>
        <inkml:channelProperties>
          <inkml:channelProperty channel="X" name="resolution" value="1000.26953" units="1/cm"/>
          <inkml:channelProperty channel="Y" name="resolution" value="1000.46216" units="1/cm"/>
          <inkml:channelProperty channel="F" name="resolution" value="0" units="1/dev"/>
          <inkml:channelProperty channel="T" name="resolution" value="1" units="1/dev"/>
        </inkml:channelProperties>
      </inkml:inkSource>
      <inkml:timestamp xml:id="ts0" timeString="2020-02-17T09:50:30.681"/>
    </inkml:context>
    <inkml:brush xml:id="br0">
      <inkml:brushProperty name="width" value="0.05292" units="cm"/>
      <inkml:brushProperty name="height" value="0.05292" units="cm"/>
      <inkml:brushProperty name="color" value="#FF0000"/>
    </inkml:brush>
  </inkml:definitions>
  <inkml:trace contextRef="#ctx0" brushRef="#br0">2610 5343 3679 0,'0'0'320'2,"-8"2"-320"5,-3 0 0-7,3 0 0 8,8-2 1184-8,-11 5 160 7,0-1 48-7,3-1 0 7,8-3-688-7,-7 5-128 8,7-5-16-8,0 0-16 9,-9 1-160-9,9-1-48 7,0 0 0-7,0 0 0 7,0 0-192-7,0 0-144 8,0 0 192-8,0 0-192 7,0 0 0-7,0 0 0 9,0 0 0-9,0 0 0 7,0 0 128-7,0 0-128 7,0 0 0-7,0 0 0 7,0 0 320-6,0 0-32 6,9-3-16-7,0 0 0 8,-9 3-128-8,0 0-16 6,0 0-128-6,0 0 192 8,8 0 112-8,-8 0 16 7,0 0 0-7,0 0 0 8,0 0 208-8,0 0 48 8,0 0 16-8,0 0 0 7,0 0-192-7,0 0-32 7,0 0-16-7,0 0 0 8,0 0-176-8,0 0-48 8,0 0 0-8,0 0 0 7,0 0-128-6,0 0 0 5,0 0 144-6,0 0-144 8,0 0 0-8,0 0 0 8,0 0 0-8,0 0 0 7,0 0 0-7,0 0 0 8,0 0 0-8,0 0 0 7,0 0 0-7,0 0-192 7,0 0 32-7,0 0 0 22,7 5-608-22,-7-5-128 0,0 0-32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6" name="Shape 126"/>
          <p:cNvSpPr>
            <a:spLocks noGrp="1" noRot="1" noChangeAspect="1"/>
          </p:cNvSpPr>
          <p:nvPr>
            <p:ph type="sldImg"/>
          </p:nvPr>
        </p:nvSpPr>
        <p:spPr>
          <a:xfrm>
            <a:off x="1143000" y="685800"/>
            <a:ext cx="4572000" cy="3429000"/>
          </a:xfrm>
          <a:prstGeom prst="rect">
            <a:avLst/>
          </a:prstGeom>
        </p:spPr>
        <p:txBody>
          <a:bodyPr/>
          <a:lstStyle/>
          <a:p>
            <a:endParaRPr/>
          </a:p>
        </p:txBody>
      </p:sp>
      <p:sp>
        <p:nvSpPr>
          <p:cNvPr id="127" name="Shape 127"/>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mj-lt"/>
        <a:ea typeface="+mj-ea"/>
        <a:cs typeface="+mj-cs"/>
        <a:sym typeface="Helvetica Neue"/>
      </a:defRPr>
    </a:lvl1pPr>
    <a:lvl2pPr indent="228600" defTabSz="457200" latinLnBrk="0">
      <a:lnSpc>
        <a:spcPct val="117999"/>
      </a:lnSpc>
      <a:defRPr sz="2200">
        <a:latin typeface="+mj-lt"/>
        <a:ea typeface="+mj-ea"/>
        <a:cs typeface="+mj-cs"/>
        <a:sym typeface="Helvetica Neue"/>
      </a:defRPr>
    </a:lvl2pPr>
    <a:lvl3pPr indent="457200" defTabSz="457200" latinLnBrk="0">
      <a:lnSpc>
        <a:spcPct val="117999"/>
      </a:lnSpc>
      <a:defRPr sz="2200">
        <a:latin typeface="+mj-lt"/>
        <a:ea typeface="+mj-ea"/>
        <a:cs typeface="+mj-cs"/>
        <a:sym typeface="Helvetica Neue"/>
      </a:defRPr>
    </a:lvl3pPr>
    <a:lvl4pPr indent="685800" defTabSz="457200" latinLnBrk="0">
      <a:lnSpc>
        <a:spcPct val="117999"/>
      </a:lnSpc>
      <a:defRPr sz="2200">
        <a:latin typeface="+mj-lt"/>
        <a:ea typeface="+mj-ea"/>
        <a:cs typeface="+mj-cs"/>
        <a:sym typeface="Helvetica Neue"/>
      </a:defRPr>
    </a:lvl4pPr>
    <a:lvl5pPr indent="914400" defTabSz="457200" latinLnBrk="0">
      <a:lnSpc>
        <a:spcPct val="117999"/>
      </a:lnSpc>
      <a:defRPr sz="2200">
        <a:latin typeface="+mj-lt"/>
        <a:ea typeface="+mj-ea"/>
        <a:cs typeface="+mj-cs"/>
        <a:sym typeface="Helvetica Neue"/>
      </a:defRPr>
    </a:lvl5pPr>
    <a:lvl6pPr indent="1143000" defTabSz="457200" latinLnBrk="0">
      <a:lnSpc>
        <a:spcPct val="117999"/>
      </a:lnSpc>
      <a:defRPr sz="2200">
        <a:latin typeface="+mj-lt"/>
        <a:ea typeface="+mj-ea"/>
        <a:cs typeface="+mj-cs"/>
        <a:sym typeface="Helvetica Neue"/>
      </a:defRPr>
    </a:lvl6pPr>
    <a:lvl7pPr indent="1371600" defTabSz="457200" latinLnBrk="0">
      <a:lnSpc>
        <a:spcPct val="117999"/>
      </a:lnSpc>
      <a:defRPr sz="2200">
        <a:latin typeface="+mj-lt"/>
        <a:ea typeface="+mj-ea"/>
        <a:cs typeface="+mj-cs"/>
        <a:sym typeface="Helvetica Neue"/>
      </a:defRPr>
    </a:lvl7pPr>
    <a:lvl8pPr indent="1600200" defTabSz="457200" latinLnBrk="0">
      <a:lnSpc>
        <a:spcPct val="117999"/>
      </a:lnSpc>
      <a:defRPr sz="2200">
        <a:latin typeface="+mj-lt"/>
        <a:ea typeface="+mj-ea"/>
        <a:cs typeface="+mj-cs"/>
        <a:sym typeface="Helvetica Neue"/>
      </a:defRPr>
    </a:lvl8pPr>
    <a:lvl9pPr indent="1828800" defTabSz="457200" latinLnBrk="0">
      <a:lnSpc>
        <a:spcPct val="117999"/>
      </a:lnSpc>
      <a:defRPr sz="2200">
        <a:latin typeface="+mj-lt"/>
        <a:ea typeface="+mj-ea"/>
        <a:cs typeface="+mj-cs"/>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2200" b="0" i="0" u="none" strike="noStrike" baseline="0" dirty="0">
                <a:latin typeface="+mj-lt"/>
                <a:ea typeface="+mj-ea"/>
                <a:cs typeface="+mj-cs"/>
                <a:sym typeface="Helvetica Neue"/>
              </a:rPr>
              <a:t>In this week, we are going to introduce the basic mathematical concepts needed to understand deep learning. Th</a:t>
            </a:r>
            <a:r>
              <a:rPr lang="en-US" altLang="zh-CN" sz="2200" b="0" i="0" u="none" strike="noStrike" baseline="0" dirty="0">
                <a:latin typeface="+mj-lt"/>
                <a:ea typeface="+mj-ea"/>
                <a:cs typeface="+mj-cs"/>
                <a:sym typeface="Helvetica Neue"/>
              </a:rPr>
              <a:t>ose</a:t>
            </a:r>
            <a:r>
              <a:rPr lang="en-US" sz="2200" b="0" i="0" u="none" strike="noStrike" baseline="0" dirty="0">
                <a:latin typeface="+mj-lt"/>
                <a:ea typeface="+mj-ea"/>
                <a:cs typeface="+mj-cs"/>
                <a:sym typeface="Helvetica Neue"/>
              </a:rPr>
              <a:t> knowledge and skills are essential for you to optimize the deep learning models, its cost functions, as well quantify the probability of the output of DL models. The content of this lecture corresponds to the content of Part 1 chapter 2-4. It includes linear algebra, probability, information theory and constrained optimization.</a:t>
            </a:r>
            <a:endParaRPr lang="en-US" dirty="0"/>
          </a:p>
        </p:txBody>
      </p:sp>
    </p:spTree>
    <p:extLst>
      <p:ext uri="{BB962C8B-B14F-4D97-AF65-F5344CB8AC3E}">
        <p14:creationId xmlns:p14="http://schemas.microsoft.com/office/powerpoint/2010/main" val="20076216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have another view of deep learning. From mathematical point of view, this graph shows deep learning could be seen as a pile of linear algebra with lots of data fed into it..  Look this picture, the person on the left asked that is this your machine learning system? Ans: yes, simply feed to data into the model, and the model will predict the correct answer. What if the answers are wrong? Just stir the pile again until the answer looks right. This means linear algebra is fundamental to deep learning. Now let us recap those knowledge.</a:t>
            </a:r>
          </a:p>
        </p:txBody>
      </p:sp>
    </p:spTree>
    <p:extLst>
      <p:ext uri="{BB962C8B-B14F-4D97-AF65-F5344CB8AC3E}">
        <p14:creationId xmlns:p14="http://schemas.microsoft.com/office/powerpoint/2010/main" val="40801744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2200" b="0" i="0" u="none" strike="noStrike" baseline="0" dirty="0">
                <a:latin typeface="+mj-lt"/>
                <a:ea typeface="+mj-ea"/>
                <a:cs typeface="+mj-cs"/>
                <a:sym typeface="Helvetica Neue"/>
              </a:rPr>
              <a:t>The study of linear algebra involves several types of mathematical objects, scalar, vector, matrix and tensor.  </a:t>
            </a:r>
            <a:r>
              <a:rPr lang="en-US" dirty="0"/>
              <a:t>First, what is a scalar? A scalar is a single number. It could be integers, real numbers, or rational number etc. Normally denoted as italic font.  What is a vector?  A vector is a 1-D array of numbers. Like this.</a:t>
            </a:r>
          </a:p>
        </p:txBody>
      </p:sp>
    </p:spTree>
    <p:extLst>
      <p:ext uri="{BB962C8B-B14F-4D97-AF65-F5344CB8AC3E}">
        <p14:creationId xmlns:p14="http://schemas.microsoft.com/office/powerpoint/2010/main" val="37485176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2200" b="0" i="0" u="none" strike="noStrike" baseline="0" dirty="0">
                <a:latin typeface="+mj-lt"/>
                <a:ea typeface="+mj-ea"/>
                <a:cs typeface="+mj-cs"/>
                <a:sym typeface="Helvetica Neue"/>
              </a:rPr>
              <a:t>One of the most widely used kinds of matrix decomposition is called </a:t>
            </a:r>
            <a:r>
              <a:rPr lang="en-US" sz="2200" b="1" i="0" u="none" strike="noStrike" baseline="0" dirty="0" err="1">
                <a:latin typeface="+mj-lt"/>
                <a:ea typeface="+mj-ea"/>
                <a:cs typeface="+mj-cs"/>
                <a:sym typeface="Helvetica Neue"/>
              </a:rPr>
              <a:t>eigendecomposition</a:t>
            </a:r>
            <a:r>
              <a:rPr lang="en-US" sz="2200" b="0" i="0" u="none" strike="noStrike" baseline="0" dirty="0">
                <a:latin typeface="+mj-lt"/>
                <a:ea typeface="+mj-ea"/>
                <a:cs typeface="+mj-cs"/>
                <a:sym typeface="Helvetica Neue"/>
              </a:rPr>
              <a:t>,</a:t>
            </a:r>
          </a:p>
          <a:p>
            <a:r>
              <a:rPr lang="en-US" sz="2200" b="0" i="0" u="none" strike="noStrike" baseline="0" dirty="0">
                <a:latin typeface="+mj-lt"/>
                <a:ea typeface="+mj-ea"/>
                <a:cs typeface="+mj-cs"/>
                <a:sym typeface="Helvetica Neue"/>
              </a:rPr>
              <a:t>in which we decompose a matrix into a set of eigenvectors and</a:t>
            </a:r>
          </a:p>
          <a:p>
            <a:r>
              <a:rPr lang="en-US" sz="2200" b="0" i="0" u="none" strike="noStrike" baseline="0" dirty="0">
                <a:latin typeface="+mj-lt"/>
                <a:ea typeface="+mj-ea"/>
                <a:cs typeface="+mj-cs"/>
                <a:sym typeface="Helvetica Neue"/>
              </a:rPr>
              <a:t>eigenvalues.</a:t>
            </a:r>
          </a:p>
          <a:p>
            <a:r>
              <a:rPr lang="en-US" sz="2200" b="0" i="0" u="none" strike="noStrike" baseline="0" dirty="0">
                <a:latin typeface="+mj-lt"/>
                <a:ea typeface="+mj-ea"/>
                <a:cs typeface="+mj-cs"/>
                <a:sym typeface="Helvetica Neue"/>
              </a:rPr>
              <a:t>An </a:t>
            </a:r>
            <a:r>
              <a:rPr lang="en-US" sz="2200" b="1" i="0" u="none" strike="noStrike" baseline="0" dirty="0">
                <a:latin typeface="+mj-lt"/>
                <a:ea typeface="+mj-ea"/>
                <a:cs typeface="+mj-cs"/>
                <a:sym typeface="Helvetica Neue"/>
              </a:rPr>
              <a:t>eigenvector </a:t>
            </a:r>
            <a:r>
              <a:rPr lang="en-US" sz="2200" b="0" i="0" u="none" strike="noStrike" baseline="0" dirty="0">
                <a:latin typeface="+mj-lt"/>
                <a:ea typeface="+mj-ea"/>
                <a:cs typeface="+mj-cs"/>
                <a:sym typeface="Helvetica Neue"/>
              </a:rPr>
              <a:t>of a square matrix </a:t>
            </a:r>
            <a:r>
              <a:rPr lang="en-US" sz="2200" b="0" i="1" u="none" strike="noStrike" baseline="0" dirty="0">
                <a:latin typeface="+mj-lt"/>
                <a:ea typeface="+mj-ea"/>
                <a:cs typeface="+mj-cs"/>
                <a:sym typeface="Helvetica Neue"/>
              </a:rPr>
              <a:t>A </a:t>
            </a:r>
            <a:r>
              <a:rPr lang="en-US" sz="2200" b="0" i="0" u="none" strike="noStrike" baseline="0" dirty="0">
                <a:latin typeface="+mj-lt"/>
                <a:ea typeface="+mj-ea"/>
                <a:cs typeface="+mj-cs"/>
                <a:sym typeface="Helvetica Neue"/>
              </a:rPr>
              <a:t>is a non-zero vector </a:t>
            </a:r>
            <a:r>
              <a:rPr lang="en-US" sz="2200" b="0" i="1" u="none" strike="noStrike" baseline="0" dirty="0">
                <a:latin typeface="+mj-lt"/>
                <a:ea typeface="+mj-ea"/>
                <a:cs typeface="+mj-cs"/>
                <a:sym typeface="Helvetica Neue"/>
              </a:rPr>
              <a:t>v </a:t>
            </a:r>
            <a:r>
              <a:rPr lang="en-US" sz="2200" b="0" i="0" u="none" strike="noStrike" baseline="0" dirty="0">
                <a:latin typeface="+mj-lt"/>
                <a:ea typeface="+mj-ea"/>
                <a:cs typeface="+mj-cs"/>
                <a:sym typeface="Helvetica Neue"/>
              </a:rPr>
              <a:t>such that multiplication</a:t>
            </a:r>
          </a:p>
          <a:p>
            <a:r>
              <a:rPr lang="en-US" sz="2200" b="0" i="0" u="none" strike="noStrike" baseline="0" dirty="0">
                <a:latin typeface="+mj-lt"/>
                <a:ea typeface="+mj-ea"/>
                <a:cs typeface="+mj-cs"/>
                <a:sym typeface="Helvetica Neue"/>
              </a:rPr>
              <a:t>by </a:t>
            </a:r>
            <a:r>
              <a:rPr lang="en-US" sz="2200" b="0" i="1" u="none" strike="noStrike" baseline="0" dirty="0">
                <a:latin typeface="+mj-lt"/>
                <a:ea typeface="+mj-ea"/>
                <a:cs typeface="+mj-cs"/>
                <a:sym typeface="Helvetica Neue"/>
              </a:rPr>
              <a:t>A </a:t>
            </a:r>
            <a:r>
              <a:rPr lang="en-US" sz="2200" b="0" i="0" u="none" strike="noStrike" baseline="0" dirty="0">
                <a:latin typeface="+mj-lt"/>
                <a:ea typeface="+mj-ea"/>
                <a:cs typeface="+mj-cs"/>
                <a:sym typeface="Helvetica Neue"/>
              </a:rPr>
              <a:t>alters only the scale of </a:t>
            </a:r>
            <a:r>
              <a:rPr lang="en-US" sz="2200" b="0" i="1" u="none" strike="noStrike" baseline="0" dirty="0">
                <a:latin typeface="+mj-lt"/>
                <a:ea typeface="+mj-ea"/>
                <a:cs typeface="+mj-cs"/>
                <a:sym typeface="Helvetica Neue"/>
              </a:rPr>
              <a:t>v</a:t>
            </a:r>
            <a:r>
              <a:rPr lang="en-US" sz="2200" b="0" i="0" u="none" strike="noStrike" baseline="0" dirty="0">
                <a:latin typeface="+mj-lt"/>
                <a:ea typeface="+mj-ea"/>
                <a:cs typeface="+mj-cs"/>
                <a:sym typeface="Helvetica Neue"/>
              </a:rPr>
              <a:t>:</a:t>
            </a:r>
          </a:p>
          <a:p>
            <a:r>
              <a:rPr lang="en-US" sz="2200" b="0" i="1" u="none" strike="noStrike" baseline="0" dirty="0">
                <a:latin typeface="+mj-lt"/>
                <a:ea typeface="+mj-ea"/>
                <a:cs typeface="+mj-cs"/>
                <a:sym typeface="Helvetica Neue"/>
              </a:rPr>
              <a:t>Av </a:t>
            </a:r>
            <a:r>
              <a:rPr lang="en-US" sz="2200" b="0" i="0" u="none" strike="noStrike" baseline="0" dirty="0">
                <a:latin typeface="+mj-lt"/>
                <a:ea typeface="+mj-ea"/>
                <a:cs typeface="+mj-cs"/>
                <a:sym typeface="Helvetica Neue"/>
              </a:rPr>
              <a:t>= </a:t>
            </a:r>
            <a:r>
              <a:rPr lang="el-GR" sz="2200" b="0" i="1" u="none" strike="noStrike" baseline="0" dirty="0">
                <a:latin typeface="+mj-lt"/>
                <a:ea typeface="+mj-ea"/>
                <a:cs typeface="+mj-cs"/>
                <a:sym typeface="Helvetica Neue"/>
              </a:rPr>
              <a:t>λ</a:t>
            </a:r>
            <a:r>
              <a:rPr lang="en-US" sz="2200" b="0" i="1" u="none" strike="noStrike" baseline="0" dirty="0">
                <a:latin typeface="+mj-lt"/>
                <a:ea typeface="+mj-ea"/>
                <a:cs typeface="+mj-cs"/>
                <a:sym typeface="Helvetica Neue"/>
              </a:rPr>
              <a:t>v.</a:t>
            </a:r>
            <a:endParaRPr lang="en-US" dirty="0"/>
          </a:p>
        </p:txBody>
      </p:sp>
    </p:spTree>
    <p:extLst>
      <p:ext uri="{BB962C8B-B14F-4D97-AF65-F5344CB8AC3E}">
        <p14:creationId xmlns:p14="http://schemas.microsoft.com/office/powerpoint/2010/main" val="20552251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2200" b="0" i="0" u="none" strike="noStrike" baseline="0" dirty="0">
                <a:latin typeface="+mj-lt"/>
                <a:ea typeface="+mj-ea"/>
                <a:cs typeface="+mj-cs"/>
                <a:sym typeface="Helvetica Neue"/>
              </a:rPr>
              <a:t>An example of the effect of eigenvectors and eigenvalues. Here, we have</a:t>
            </a:r>
          </a:p>
          <a:p>
            <a:r>
              <a:rPr lang="en-US" sz="2200" b="0" i="0" u="none" strike="noStrike" baseline="0" dirty="0">
                <a:latin typeface="+mj-lt"/>
                <a:ea typeface="+mj-ea"/>
                <a:cs typeface="+mj-cs"/>
                <a:sym typeface="Helvetica Neue"/>
              </a:rPr>
              <a:t>a matrix </a:t>
            </a:r>
            <a:r>
              <a:rPr lang="en-US" sz="2200" b="0" i="1" u="none" strike="noStrike" baseline="0" dirty="0">
                <a:latin typeface="+mj-lt"/>
                <a:ea typeface="+mj-ea"/>
                <a:cs typeface="+mj-cs"/>
                <a:sym typeface="Helvetica Neue"/>
              </a:rPr>
              <a:t>A </a:t>
            </a:r>
            <a:r>
              <a:rPr lang="en-US" sz="2200" b="0" i="0" u="none" strike="noStrike" baseline="0" dirty="0">
                <a:latin typeface="+mj-lt"/>
                <a:ea typeface="+mj-ea"/>
                <a:cs typeface="+mj-cs"/>
                <a:sym typeface="Helvetica Neue"/>
              </a:rPr>
              <a:t>with two orthonormal eigenvectors, </a:t>
            </a:r>
            <a:r>
              <a:rPr lang="en-US" sz="2200" b="0" i="1" u="none" strike="noStrike" baseline="0" dirty="0">
                <a:latin typeface="+mj-lt"/>
                <a:ea typeface="+mj-ea"/>
                <a:cs typeface="+mj-cs"/>
                <a:sym typeface="Helvetica Neue"/>
              </a:rPr>
              <a:t>v</a:t>
            </a:r>
            <a:r>
              <a:rPr lang="en-US" sz="2200" b="0" i="0" u="none" strike="noStrike" baseline="0" dirty="0">
                <a:latin typeface="+mj-lt"/>
                <a:ea typeface="+mj-ea"/>
                <a:cs typeface="+mj-cs"/>
                <a:sym typeface="Helvetica Neue"/>
              </a:rPr>
              <a:t>(1) with eigenvalue </a:t>
            </a:r>
            <a:r>
              <a:rPr lang="en-US" sz="2200" b="0" i="1" u="none" strike="noStrike" baseline="0" dirty="0">
                <a:latin typeface="+mj-lt"/>
                <a:ea typeface="+mj-ea"/>
                <a:cs typeface="+mj-cs"/>
                <a:sym typeface="Helvetica Neue"/>
              </a:rPr>
              <a:t>λ</a:t>
            </a:r>
            <a:r>
              <a:rPr lang="en-US" sz="2200" b="0" i="0" u="none" strike="noStrike" baseline="0" dirty="0">
                <a:latin typeface="+mj-lt"/>
                <a:ea typeface="+mj-ea"/>
                <a:cs typeface="+mj-cs"/>
                <a:sym typeface="Helvetica Neue"/>
              </a:rPr>
              <a:t>1 and </a:t>
            </a:r>
            <a:r>
              <a:rPr lang="en-US" sz="2200" b="0" i="1" u="none" strike="noStrike" baseline="0" dirty="0">
                <a:latin typeface="+mj-lt"/>
                <a:ea typeface="+mj-ea"/>
                <a:cs typeface="+mj-cs"/>
                <a:sym typeface="Helvetica Neue"/>
              </a:rPr>
              <a:t>v </a:t>
            </a:r>
            <a:r>
              <a:rPr lang="en-US" sz="2200" b="0" i="0" u="none" strike="noStrike" baseline="0" dirty="0">
                <a:latin typeface="+mj-lt"/>
                <a:ea typeface="+mj-ea"/>
                <a:cs typeface="+mj-cs"/>
                <a:sym typeface="Helvetica Neue"/>
              </a:rPr>
              <a:t>(2) with</a:t>
            </a:r>
          </a:p>
          <a:p>
            <a:r>
              <a:rPr lang="en-US" sz="2200" b="0" i="0" u="none" strike="noStrike" baseline="0" dirty="0">
                <a:latin typeface="+mj-lt"/>
                <a:ea typeface="+mj-ea"/>
                <a:cs typeface="+mj-cs"/>
                <a:sym typeface="Helvetica Neue"/>
              </a:rPr>
              <a:t>eigenvalue </a:t>
            </a:r>
            <a:r>
              <a:rPr lang="en-US" sz="2200" b="0" i="1" u="none" strike="noStrike" baseline="0" dirty="0">
                <a:latin typeface="+mj-lt"/>
                <a:ea typeface="+mj-ea"/>
                <a:cs typeface="+mj-cs"/>
                <a:sym typeface="Helvetica Neue"/>
              </a:rPr>
              <a:t>λ</a:t>
            </a:r>
            <a:r>
              <a:rPr lang="en-US" sz="2200" b="0" i="0" u="none" strike="noStrike" baseline="0" dirty="0">
                <a:latin typeface="+mj-lt"/>
                <a:ea typeface="+mj-ea"/>
                <a:cs typeface="+mj-cs"/>
                <a:sym typeface="Helvetica Neue"/>
              </a:rPr>
              <a:t>2. </a:t>
            </a:r>
            <a:r>
              <a:rPr lang="en-US" sz="2200" b="0" i="1" u="none" strike="noStrike" baseline="0" dirty="0">
                <a:latin typeface="+mj-lt"/>
                <a:ea typeface="+mj-ea"/>
                <a:cs typeface="+mj-cs"/>
                <a:sym typeface="Helvetica Neue"/>
              </a:rPr>
              <a:t>(Left)</a:t>
            </a:r>
            <a:r>
              <a:rPr lang="en-US" sz="2200" b="0" i="0" u="none" strike="noStrike" baseline="0" dirty="0">
                <a:latin typeface="+mj-lt"/>
                <a:ea typeface="+mj-ea"/>
                <a:cs typeface="+mj-cs"/>
                <a:sym typeface="Helvetica Neue"/>
              </a:rPr>
              <a:t>We plot the set of all unit vectors </a:t>
            </a:r>
            <a:r>
              <a:rPr lang="en-US" sz="2200" b="0" i="1" u="none" strike="noStrike" baseline="0" dirty="0">
                <a:latin typeface="+mj-lt"/>
                <a:ea typeface="+mj-ea"/>
                <a:cs typeface="+mj-cs"/>
                <a:sym typeface="Helvetica Neue"/>
              </a:rPr>
              <a:t>u ∈ </a:t>
            </a:r>
            <a:r>
              <a:rPr lang="en-US" sz="2200" b="0" i="0" u="none" strike="noStrike" baseline="0" dirty="0">
                <a:latin typeface="+mj-lt"/>
                <a:ea typeface="+mj-ea"/>
                <a:cs typeface="+mj-cs"/>
                <a:sym typeface="Helvetica Neue"/>
              </a:rPr>
              <a:t>R2 as a unit circle. </a:t>
            </a:r>
            <a:r>
              <a:rPr lang="en-US" sz="2200" b="0" i="1" u="none" strike="noStrike" baseline="0" dirty="0">
                <a:latin typeface="+mj-lt"/>
                <a:ea typeface="+mj-ea"/>
                <a:cs typeface="+mj-cs"/>
                <a:sym typeface="Helvetica Neue"/>
              </a:rPr>
              <a:t>(Right)</a:t>
            </a:r>
            <a:r>
              <a:rPr lang="en-US" sz="2200" b="0" i="0" u="none" strike="noStrike" baseline="0" dirty="0">
                <a:latin typeface="+mj-lt"/>
                <a:ea typeface="+mj-ea"/>
                <a:cs typeface="+mj-cs"/>
                <a:sym typeface="Helvetica Neue"/>
              </a:rPr>
              <a:t>We</a:t>
            </a:r>
          </a:p>
          <a:p>
            <a:r>
              <a:rPr lang="en-US" sz="2200" b="0" i="0" u="none" strike="noStrike" baseline="0" dirty="0">
                <a:latin typeface="+mj-lt"/>
                <a:ea typeface="+mj-ea"/>
                <a:cs typeface="+mj-cs"/>
                <a:sym typeface="Helvetica Neue"/>
              </a:rPr>
              <a:t>plot the set of all points </a:t>
            </a:r>
            <a:r>
              <a:rPr lang="en-US" sz="2200" b="0" i="1" u="none" strike="noStrike" baseline="0" dirty="0">
                <a:latin typeface="+mj-lt"/>
                <a:ea typeface="+mj-ea"/>
                <a:cs typeface="+mj-cs"/>
                <a:sym typeface="Helvetica Neue"/>
              </a:rPr>
              <a:t>Au</a:t>
            </a:r>
            <a:r>
              <a:rPr lang="en-US" sz="2200" b="0" i="0" u="none" strike="noStrike" baseline="0" dirty="0">
                <a:latin typeface="+mj-lt"/>
                <a:ea typeface="+mj-ea"/>
                <a:cs typeface="+mj-cs"/>
                <a:sym typeface="Helvetica Neue"/>
              </a:rPr>
              <a:t>. By observing the way that </a:t>
            </a:r>
            <a:r>
              <a:rPr lang="en-US" sz="2200" b="0" i="1" u="none" strike="noStrike" baseline="0" dirty="0">
                <a:latin typeface="+mj-lt"/>
                <a:ea typeface="+mj-ea"/>
                <a:cs typeface="+mj-cs"/>
                <a:sym typeface="Helvetica Neue"/>
              </a:rPr>
              <a:t>A </a:t>
            </a:r>
            <a:r>
              <a:rPr lang="en-US" sz="2200" b="0" i="0" u="none" strike="noStrike" baseline="0" dirty="0">
                <a:latin typeface="+mj-lt"/>
                <a:ea typeface="+mj-ea"/>
                <a:cs typeface="+mj-cs"/>
                <a:sym typeface="Helvetica Neue"/>
              </a:rPr>
              <a:t>distorts the unit circle, we</a:t>
            </a:r>
          </a:p>
          <a:p>
            <a:r>
              <a:rPr lang="en-US" sz="2200" b="0" i="0" u="none" strike="noStrike" baseline="0" dirty="0">
                <a:latin typeface="+mj-lt"/>
                <a:ea typeface="+mj-ea"/>
                <a:cs typeface="+mj-cs"/>
                <a:sym typeface="Helvetica Neue"/>
              </a:rPr>
              <a:t>can see that it scales space in direction </a:t>
            </a:r>
            <a:r>
              <a:rPr lang="en-US" sz="2200" b="0" i="1" u="none" strike="noStrike" baseline="0" dirty="0">
                <a:latin typeface="+mj-lt"/>
                <a:ea typeface="+mj-ea"/>
                <a:cs typeface="+mj-cs"/>
                <a:sym typeface="Helvetica Neue"/>
              </a:rPr>
              <a:t>v</a:t>
            </a:r>
            <a:r>
              <a:rPr lang="en-US" sz="2200" b="0" i="0" u="none" strike="noStrike" baseline="0" dirty="0">
                <a:latin typeface="+mj-lt"/>
                <a:ea typeface="+mj-ea"/>
                <a:cs typeface="+mj-cs"/>
                <a:sym typeface="Helvetica Neue"/>
              </a:rPr>
              <a:t>(</a:t>
            </a:r>
            <a:r>
              <a:rPr lang="en-US" sz="2200" b="0" i="1" u="none" strike="noStrike" baseline="0" dirty="0" err="1">
                <a:latin typeface="+mj-lt"/>
                <a:ea typeface="+mj-ea"/>
                <a:cs typeface="+mj-cs"/>
                <a:sym typeface="Helvetica Neue"/>
              </a:rPr>
              <a:t>i</a:t>
            </a:r>
            <a:r>
              <a:rPr lang="en-US" sz="2200" b="0" i="0" u="none" strike="noStrike" baseline="0" dirty="0">
                <a:latin typeface="+mj-lt"/>
                <a:ea typeface="+mj-ea"/>
                <a:cs typeface="+mj-cs"/>
                <a:sym typeface="Helvetica Neue"/>
              </a:rPr>
              <a:t>) by </a:t>
            </a:r>
            <a:r>
              <a:rPr lang="en-US" sz="2200" b="0" i="1" u="none" strike="noStrike" baseline="0" dirty="0" err="1">
                <a:latin typeface="+mj-lt"/>
                <a:ea typeface="+mj-ea"/>
                <a:cs typeface="+mj-cs"/>
                <a:sym typeface="Helvetica Neue"/>
              </a:rPr>
              <a:t>λi</a:t>
            </a:r>
            <a:r>
              <a:rPr lang="en-US" sz="2200" b="0" i="0" u="none" strike="noStrike" baseline="0" dirty="0">
                <a:latin typeface="+mj-lt"/>
                <a:ea typeface="+mj-ea"/>
                <a:cs typeface="+mj-cs"/>
                <a:sym typeface="Helvetica Neue"/>
              </a:rPr>
              <a:t>.</a:t>
            </a:r>
            <a:endParaRPr lang="en-US" dirty="0"/>
          </a:p>
        </p:txBody>
      </p:sp>
    </p:spTree>
    <p:extLst>
      <p:ext uri="{BB962C8B-B14F-4D97-AF65-F5344CB8AC3E}">
        <p14:creationId xmlns:p14="http://schemas.microsoft.com/office/powerpoint/2010/main" val="20252252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2200" b="0" i="0" u="none" strike="noStrike" baseline="0" dirty="0">
                <a:latin typeface="+mj-lt"/>
                <a:ea typeface="+mj-ea"/>
                <a:cs typeface="+mj-cs"/>
                <a:sym typeface="Helvetica Neue"/>
              </a:rPr>
              <a:t>The </a:t>
            </a:r>
            <a:r>
              <a:rPr lang="en-US" sz="2200" b="1" i="0" u="none" strike="noStrike" baseline="0" dirty="0">
                <a:latin typeface="+mj-lt"/>
                <a:ea typeface="+mj-ea"/>
                <a:cs typeface="+mj-cs"/>
                <a:sym typeface="Helvetica Neue"/>
              </a:rPr>
              <a:t>Moore-Penrose pseudoinverse </a:t>
            </a:r>
            <a:r>
              <a:rPr lang="en-US" sz="2200" b="0" i="0" u="none" strike="noStrike" baseline="0" dirty="0">
                <a:latin typeface="+mj-lt"/>
                <a:ea typeface="+mj-ea"/>
                <a:cs typeface="+mj-cs"/>
                <a:sym typeface="Helvetica Neue"/>
              </a:rPr>
              <a:t>allows us to make some headway in</a:t>
            </a:r>
          </a:p>
          <a:p>
            <a:r>
              <a:rPr lang="en-US" sz="2200" b="0" i="0" u="none" strike="noStrike" baseline="0" dirty="0">
                <a:latin typeface="+mj-lt"/>
                <a:ea typeface="+mj-ea"/>
                <a:cs typeface="+mj-cs"/>
                <a:sym typeface="Helvetica Neue"/>
              </a:rPr>
              <a:t>these cases. The pseudoinverse of </a:t>
            </a:r>
            <a:r>
              <a:rPr lang="en-US" sz="2200" b="0" i="1" u="none" strike="noStrike" baseline="0" dirty="0">
                <a:latin typeface="+mj-lt"/>
                <a:ea typeface="+mj-ea"/>
                <a:cs typeface="+mj-cs"/>
                <a:sym typeface="Helvetica Neue"/>
              </a:rPr>
              <a:t>A </a:t>
            </a:r>
            <a:r>
              <a:rPr lang="en-US" sz="2200" b="0" i="0" u="none" strike="noStrike" baseline="0" dirty="0">
                <a:latin typeface="+mj-lt"/>
                <a:ea typeface="+mj-ea"/>
                <a:cs typeface="+mj-cs"/>
                <a:sym typeface="Helvetica Neue"/>
              </a:rPr>
              <a:t>is defined as a matrix</a:t>
            </a:r>
          </a:p>
          <a:p>
            <a:r>
              <a:rPr lang="en-US" sz="2200" b="0" i="1" u="none" strike="noStrike" baseline="0" dirty="0">
                <a:latin typeface="+mj-lt"/>
                <a:ea typeface="+mj-ea"/>
                <a:cs typeface="+mj-cs"/>
                <a:sym typeface="Helvetica Neue"/>
              </a:rPr>
              <a:t>A</a:t>
            </a:r>
            <a:r>
              <a:rPr lang="en-US" sz="2200" b="0" i="0" u="none" strike="noStrike" baseline="0" dirty="0">
                <a:latin typeface="+mj-lt"/>
                <a:ea typeface="+mj-ea"/>
                <a:cs typeface="+mj-cs"/>
                <a:sym typeface="Helvetica Neue"/>
              </a:rPr>
              <a:t>+ = </a:t>
            </a:r>
            <a:r>
              <a:rPr lang="en-US" sz="2200" b="0" i="0" u="none" strike="noStrike" baseline="0" dirty="0" err="1">
                <a:latin typeface="+mj-lt"/>
                <a:ea typeface="+mj-ea"/>
                <a:cs typeface="+mj-cs"/>
                <a:sym typeface="Helvetica Neue"/>
              </a:rPr>
              <a:t>lim</a:t>
            </a:r>
            <a:endParaRPr lang="en-US" sz="2200" b="0" i="0" u="none" strike="noStrike" baseline="0" dirty="0">
              <a:latin typeface="+mj-lt"/>
              <a:ea typeface="+mj-ea"/>
              <a:cs typeface="+mj-cs"/>
              <a:sym typeface="Helvetica Neue"/>
            </a:endParaRPr>
          </a:p>
          <a:p>
            <a:r>
              <a:rPr lang="el-GR" sz="2200" b="0" i="1" u="none" strike="noStrike" baseline="0" dirty="0">
                <a:latin typeface="+mj-lt"/>
                <a:ea typeface="+mj-ea"/>
                <a:cs typeface="+mj-cs"/>
                <a:sym typeface="Helvetica Neue"/>
              </a:rPr>
              <a:t>α</a:t>
            </a:r>
            <a:r>
              <a:rPr lang="el-GR" sz="2200" b="0" i="0" u="none" strike="noStrike" baseline="0" dirty="0">
                <a:latin typeface="+mj-lt"/>
                <a:ea typeface="+mj-ea"/>
                <a:cs typeface="+mj-cs"/>
                <a:sym typeface="Helvetica Neue"/>
              </a:rPr>
              <a:t>0</a:t>
            </a:r>
          </a:p>
          <a:p>
            <a:r>
              <a:rPr lang="en-US" sz="2200" b="0" i="0" u="none" strike="noStrike" baseline="0" dirty="0">
                <a:latin typeface="+mj-lt"/>
                <a:ea typeface="+mj-ea"/>
                <a:cs typeface="+mj-cs"/>
                <a:sym typeface="Helvetica Neue"/>
              </a:rPr>
              <a:t>(</a:t>
            </a:r>
            <a:r>
              <a:rPr lang="en-US" sz="2200" b="0" i="1" u="none" strike="noStrike" baseline="0" dirty="0">
                <a:latin typeface="+mj-lt"/>
                <a:ea typeface="+mj-ea"/>
                <a:cs typeface="+mj-cs"/>
                <a:sym typeface="Helvetica Neue"/>
              </a:rPr>
              <a:t>AA</a:t>
            </a:r>
            <a:r>
              <a:rPr lang="en-US" sz="2200" b="0" i="0" u="none" strike="noStrike" baseline="0" dirty="0">
                <a:latin typeface="+mj-lt"/>
                <a:ea typeface="+mj-ea"/>
                <a:cs typeface="+mj-cs"/>
                <a:sym typeface="Helvetica Neue"/>
              </a:rPr>
              <a:t>+ </a:t>
            </a:r>
            <a:r>
              <a:rPr lang="el-GR" sz="2200" b="0" i="1" u="none" strike="noStrike" baseline="0" dirty="0">
                <a:latin typeface="+mj-lt"/>
                <a:ea typeface="+mj-ea"/>
                <a:cs typeface="+mj-cs"/>
                <a:sym typeface="Helvetica Neue"/>
              </a:rPr>
              <a:t>α</a:t>
            </a:r>
            <a:r>
              <a:rPr lang="en-US" sz="2200" b="0" i="1" u="none" strike="noStrike" baseline="0" dirty="0">
                <a:latin typeface="+mj-lt"/>
                <a:ea typeface="+mj-ea"/>
                <a:cs typeface="+mj-cs"/>
                <a:sym typeface="Helvetica Neue"/>
              </a:rPr>
              <a:t>I</a:t>
            </a:r>
            <a:r>
              <a:rPr lang="en-US" sz="2200" b="0" i="0" u="none" strike="noStrike" baseline="0" dirty="0">
                <a:latin typeface="+mj-lt"/>
                <a:ea typeface="+mj-ea"/>
                <a:cs typeface="+mj-cs"/>
                <a:sym typeface="Helvetica Neue"/>
              </a:rPr>
              <a:t>)</a:t>
            </a:r>
            <a:r>
              <a:rPr lang="en-US" sz="2200" b="0" i="1" u="none" strike="noStrike" baseline="0" dirty="0">
                <a:latin typeface="+mj-lt"/>
                <a:ea typeface="+mj-ea"/>
                <a:cs typeface="+mj-cs"/>
                <a:sym typeface="Helvetica Neue"/>
              </a:rPr>
              <a:t>−</a:t>
            </a:r>
            <a:r>
              <a:rPr lang="en-US" sz="2200" b="0" i="0" u="none" strike="noStrike" baseline="0" dirty="0">
                <a:latin typeface="+mj-lt"/>
                <a:ea typeface="+mj-ea"/>
                <a:cs typeface="+mj-cs"/>
                <a:sym typeface="Helvetica Neue"/>
              </a:rPr>
              <a:t>1</a:t>
            </a:r>
            <a:r>
              <a:rPr lang="en-US" sz="2200" b="0" i="1" u="none" strike="noStrike" baseline="0" dirty="0">
                <a:latin typeface="+mj-lt"/>
                <a:ea typeface="+mj-ea"/>
                <a:cs typeface="+mj-cs"/>
                <a:sym typeface="Helvetica Neue"/>
              </a:rPr>
              <a:t>A. </a:t>
            </a:r>
            <a:r>
              <a:rPr lang="en-US" sz="2200" b="0" i="0" u="none" strike="noStrike" baseline="0" dirty="0">
                <a:latin typeface="+mj-lt"/>
                <a:ea typeface="+mj-ea"/>
                <a:cs typeface="+mj-cs"/>
                <a:sym typeface="Helvetica Neue"/>
              </a:rPr>
              <a:t>(2.46)</a:t>
            </a:r>
          </a:p>
          <a:p>
            <a:r>
              <a:rPr lang="en-US" sz="2200" b="0" i="0" u="none" strike="noStrike" baseline="0" dirty="0">
                <a:latin typeface="+mj-lt"/>
                <a:ea typeface="+mj-ea"/>
                <a:cs typeface="+mj-cs"/>
                <a:sym typeface="Helvetica Neue"/>
              </a:rPr>
              <a:t>Practical algorithms for computing the pseudoinverse are not based on this definition,</a:t>
            </a:r>
          </a:p>
          <a:p>
            <a:r>
              <a:rPr lang="en-US" sz="2200" b="0" i="0" u="none" strike="noStrike" baseline="0" dirty="0">
                <a:latin typeface="+mj-lt"/>
                <a:ea typeface="+mj-ea"/>
                <a:cs typeface="+mj-cs"/>
                <a:sym typeface="Helvetica Neue"/>
              </a:rPr>
              <a:t>but rather the formula</a:t>
            </a:r>
          </a:p>
          <a:p>
            <a:r>
              <a:rPr lang="en-US" sz="2200" b="0" i="1" u="none" strike="noStrike" baseline="0" dirty="0">
                <a:latin typeface="+mj-lt"/>
                <a:ea typeface="+mj-ea"/>
                <a:cs typeface="+mj-cs"/>
                <a:sym typeface="Helvetica Neue"/>
              </a:rPr>
              <a:t>A</a:t>
            </a:r>
            <a:r>
              <a:rPr lang="en-US" sz="2200" b="0" i="0" u="none" strike="noStrike" baseline="0" dirty="0">
                <a:latin typeface="+mj-lt"/>
                <a:ea typeface="+mj-ea"/>
                <a:cs typeface="+mj-cs"/>
                <a:sym typeface="Helvetica Neue"/>
              </a:rPr>
              <a:t>+ = </a:t>
            </a:r>
            <a:r>
              <a:rPr lang="en-US" sz="2200" b="0" i="1" u="none" strike="noStrike" baseline="0" dirty="0">
                <a:latin typeface="+mj-lt"/>
                <a:ea typeface="+mj-ea"/>
                <a:cs typeface="+mj-cs"/>
                <a:sym typeface="Helvetica Neue"/>
              </a:rPr>
              <a:t>V D</a:t>
            </a:r>
            <a:r>
              <a:rPr lang="en-US" sz="2200" b="0" i="0" u="none" strike="noStrike" baseline="0" dirty="0">
                <a:latin typeface="+mj-lt"/>
                <a:ea typeface="+mj-ea"/>
                <a:cs typeface="+mj-cs"/>
                <a:sym typeface="Helvetica Neue"/>
              </a:rPr>
              <a:t>+</a:t>
            </a:r>
            <a:r>
              <a:rPr lang="en-US" sz="2200" b="0" i="1" u="none" strike="noStrike" baseline="0" dirty="0">
                <a:latin typeface="+mj-lt"/>
                <a:ea typeface="+mj-ea"/>
                <a:cs typeface="+mj-cs"/>
                <a:sym typeface="Helvetica Neue"/>
              </a:rPr>
              <a:t>U ,</a:t>
            </a:r>
            <a:endParaRPr lang="en-US" dirty="0"/>
          </a:p>
        </p:txBody>
      </p:sp>
    </p:spTree>
    <p:extLst>
      <p:ext uri="{BB962C8B-B14F-4D97-AF65-F5344CB8AC3E}">
        <p14:creationId xmlns:p14="http://schemas.microsoft.com/office/powerpoint/2010/main" val="6080955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2200" b="0" i="0" u="none" strike="noStrike" baseline="0" dirty="0">
                <a:latin typeface="+mj-lt"/>
                <a:ea typeface="+mj-ea"/>
                <a:cs typeface="+mj-cs"/>
                <a:sym typeface="Helvetica Neue"/>
              </a:rPr>
              <a:t>A </a:t>
            </a:r>
            <a:r>
              <a:rPr lang="en-US" sz="2200" b="1" i="0" u="none" strike="noStrike" baseline="0" dirty="0">
                <a:latin typeface="+mj-lt"/>
                <a:ea typeface="+mj-ea"/>
                <a:cs typeface="+mj-cs"/>
                <a:sym typeface="Helvetica Neue"/>
              </a:rPr>
              <a:t>probability distribution </a:t>
            </a:r>
            <a:r>
              <a:rPr lang="en-US" sz="2200" b="0" i="0" u="none" strike="noStrike" baseline="0" dirty="0">
                <a:latin typeface="+mj-lt"/>
                <a:ea typeface="+mj-ea"/>
                <a:cs typeface="+mj-cs"/>
                <a:sym typeface="Helvetica Neue"/>
              </a:rPr>
              <a:t>is a description of how likely a random variable or</a:t>
            </a:r>
          </a:p>
          <a:p>
            <a:r>
              <a:rPr lang="en-US" sz="2200" b="0" i="0" u="none" strike="noStrike" baseline="0" dirty="0">
                <a:latin typeface="+mj-lt"/>
                <a:ea typeface="+mj-ea"/>
                <a:cs typeface="+mj-cs"/>
                <a:sym typeface="Helvetica Neue"/>
              </a:rPr>
              <a:t>set of random variables is to take on each of its possible states. The way we</a:t>
            </a:r>
          </a:p>
          <a:p>
            <a:r>
              <a:rPr lang="en-US" sz="2200" b="0" i="0" u="none" strike="noStrike" baseline="0" dirty="0">
                <a:latin typeface="+mj-lt"/>
                <a:ea typeface="+mj-ea"/>
                <a:cs typeface="+mj-cs"/>
                <a:sym typeface="Helvetica Neue"/>
              </a:rPr>
              <a:t>describe probability distributions depends on whether the variables are discrete or</a:t>
            </a:r>
          </a:p>
          <a:p>
            <a:r>
              <a:rPr lang="en-US" sz="2200" b="0" i="0" u="none" strike="noStrike" baseline="0" dirty="0">
                <a:latin typeface="+mj-lt"/>
                <a:ea typeface="+mj-ea"/>
                <a:cs typeface="+mj-cs"/>
                <a:sym typeface="Helvetica Neue"/>
              </a:rPr>
              <a:t>continuous.</a:t>
            </a:r>
            <a:endParaRPr lang="en-US" dirty="0"/>
          </a:p>
        </p:txBody>
      </p:sp>
    </p:spTree>
    <p:extLst>
      <p:ext uri="{BB962C8B-B14F-4D97-AF65-F5344CB8AC3E}">
        <p14:creationId xmlns:p14="http://schemas.microsoft.com/office/powerpoint/2010/main" val="338536649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2200" b="0" i="0" u="none" strike="noStrike" baseline="0" dirty="0">
                <a:latin typeface="+mj-lt"/>
                <a:ea typeface="+mj-ea"/>
                <a:cs typeface="+mj-cs"/>
                <a:sym typeface="Helvetica Neue"/>
              </a:rPr>
              <a:t>In the context of deep learning, we often want to have a probability distribution</a:t>
            </a:r>
          </a:p>
          <a:p>
            <a:r>
              <a:rPr lang="en-US" sz="2200" b="0" i="0" u="none" strike="noStrike" baseline="0" dirty="0">
                <a:latin typeface="+mj-lt"/>
                <a:ea typeface="+mj-ea"/>
                <a:cs typeface="+mj-cs"/>
                <a:sym typeface="Helvetica Neue"/>
              </a:rPr>
              <a:t>with a sharp point at </a:t>
            </a:r>
            <a:r>
              <a:rPr lang="en-US" sz="2200" b="0" i="1" u="none" strike="noStrike" baseline="0" dirty="0">
                <a:latin typeface="+mj-lt"/>
                <a:ea typeface="+mj-ea"/>
                <a:cs typeface="+mj-cs"/>
                <a:sym typeface="Helvetica Neue"/>
              </a:rPr>
              <a:t>x </a:t>
            </a:r>
            <a:r>
              <a:rPr lang="en-US" sz="2200" b="0" i="0" u="none" strike="noStrike" baseline="0" dirty="0">
                <a:latin typeface="+mj-lt"/>
                <a:ea typeface="+mj-ea"/>
                <a:cs typeface="+mj-cs"/>
                <a:sym typeface="Helvetica Neue"/>
              </a:rPr>
              <a:t>= 0. To accomplish this, we can use the </a:t>
            </a:r>
            <a:r>
              <a:rPr lang="en-US" sz="2200" b="1" i="0" u="none" strike="noStrike" baseline="0" dirty="0">
                <a:latin typeface="+mj-lt"/>
                <a:ea typeface="+mj-ea"/>
                <a:cs typeface="+mj-cs"/>
                <a:sym typeface="Helvetica Neue"/>
              </a:rPr>
              <a:t>exponential</a:t>
            </a:r>
          </a:p>
          <a:p>
            <a:r>
              <a:rPr lang="en-US" sz="2200" b="1" i="0" u="none" strike="noStrike" baseline="0" dirty="0">
                <a:latin typeface="+mj-lt"/>
                <a:ea typeface="+mj-ea"/>
                <a:cs typeface="+mj-cs"/>
                <a:sym typeface="Helvetica Neue"/>
              </a:rPr>
              <a:t>distribution</a:t>
            </a:r>
            <a:r>
              <a:rPr lang="en-US" sz="2200" b="0" i="0" u="none" strike="noStrike" baseline="0" dirty="0">
                <a:latin typeface="+mj-lt"/>
                <a:ea typeface="+mj-ea"/>
                <a:cs typeface="+mj-cs"/>
                <a:sym typeface="Helvetica Neue"/>
              </a:rPr>
              <a:t>:</a:t>
            </a:r>
          </a:p>
          <a:p>
            <a:r>
              <a:rPr lang="en-US" sz="2200" b="0" i="1" u="none" strike="noStrike" baseline="0" dirty="0">
                <a:latin typeface="+mj-lt"/>
                <a:ea typeface="+mj-ea"/>
                <a:cs typeface="+mj-cs"/>
                <a:sym typeface="Helvetica Neue"/>
              </a:rPr>
              <a:t>p</a:t>
            </a:r>
            <a:r>
              <a:rPr lang="en-US" sz="2200" b="0" i="0" u="none" strike="noStrike" baseline="0" dirty="0">
                <a:latin typeface="+mj-lt"/>
                <a:ea typeface="+mj-ea"/>
                <a:cs typeface="+mj-cs"/>
                <a:sym typeface="Helvetica Neue"/>
              </a:rPr>
              <a:t>(</a:t>
            </a:r>
            <a:r>
              <a:rPr lang="en-US" sz="2200" b="0" i="1" u="none" strike="noStrike" baseline="0" dirty="0">
                <a:latin typeface="+mj-lt"/>
                <a:ea typeface="+mj-ea"/>
                <a:cs typeface="+mj-cs"/>
                <a:sym typeface="Helvetica Neue"/>
              </a:rPr>
              <a:t>x</a:t>
            </a:r>
            <a:r>
              <a:rPr lang="en-US" sz="2200" b="0" i="0" u="none" strike="noStrike" baseline="0" dirty="0">
                <a:latin typeface="+mj-lt"/>
                <a:ea typeface="+mj-ea"/>
                <a:cs typeface="+mj-cs"/>
                <a:sym typeface="Helvetica Neue"/>
              </a:rPr>
              <a:t>; </a:t>
            </a:r>
            <a:r>
              <a:rPr lang="el-GR" sz="2200" b="0" i="1" u="none" strike="noStrike" baseline="0" dirty="0">
                <a:latin typeface="+mj-lt"/>
                <a:ea typeface="+mj-ea"/>
                <a:cs typeface="+mj-cs"/>
                <a:sym typeface="Helvetica Neue"/>
              </a:rPr>
              <a:t>λ</a:t>
            </a:r>
            <a:r>
              <a:rPr lang="el-GR" sz="2200" b="0" i="0" u="none" strike="noStrike" baseline="0" dirty="0">
                <a:latin typeface="+mj-lt"/>
                <a:ea typeface="+mj-ea"/>
                <a:cs typeface="+mj-cs"/>
                <a:sym typeface="Helvetica Neue"/>
              </a:rPr>
              <a:t>) = </a:t>
            </a:r>
            <a:r>
              <a:rPr lang="el-GR" sz="2200" b="0" i="1" u="none" strike="noStrike" baseline="0" dirty="0">
                <a:latin typeface="+mj-lt"/>
                <a:ea typeface="+mj-ea"/>
                <a:cs typeface="+mj-cs"/>
                <a:sym typeface="Helvetica Neue"/>
              </a:rPr>
              <a:t>λ</a:t>
            </a:r>
            <a:r>
              <a:rPr lang="el-GR" sz="2200" b="0" i="0" u="none" strike="noStrike" baseline="0" dirty="0">
                <a:latin typeface="+mj-lt"/>
                <a:ea typeface="+mj-ea"/>
                <a:cs typeface="+mj-cs"/>
                <a:sym typeface="Helvetica Neue"/>
              </a:rPr>
              <a:t>1</a:t>
            </a:r>
            <a:r>
              <a:rPr lang="en-US" sz="2200" b="0" i="1" u="none" strike="noStrike" baseline="0" dirty="0">
                <a:latin typeface="+mj-lt"/>
                <a:ea typeface="+mj-ea"/>
                <a:cs typeface="+mj-cs"/>
                <a:sym typeface="Helvetica Neue"/>
              </a:rPr>
              <a:t>x≥</a:t>
            </a:r>
            <a:r>
              <a:rPr lang="en-US" sz="2200" b="0" i="0" u="none" strike="noStrike" baseline="0" dirty="0">
                <a:latin typeface="+mj-lt"/>
                <a:ea typeface="+mj-ea"/>
                <a:cs typeface="+mj-cs"/>
                <a:sym typeface="Helvetica Neue"/>
              </a:rPr>
              <a:t>0 exp (</a:t>
            </a:r>
            <a:r>
              <a:rPr lang="en-US" sz="2200" b="0" i="1" u="none" strike="noStrike" baseline="0" dirty="0">
                <a:latin typeface="+mj-lt"/>
                <a:ea typeface="+mj-ea"/>
                <a:cs typeface="+mj-cs"/>
                <a:sym typeface="Helvetica Neue"/>
              </a:rPr>
              <a:t>−</a:t>
            </a:r>
            <a:r>
              <a:rPr lang="el-GR" sz="2200" b="0" i="1" u="none" strike="noStrike" baseline="0" dirty="0">
                <a:latin typeface="+mj-lt"/>
                <a:ea typeface="+mj-ea"/>
                <a:cs typeface="+mj-cs"/>
                <a:sym typeface="Helvetica Neue"/>
              </a:rPr>
              <a:t>λ</a:t>
            </a:r>
            <a:r>
              <a:rPr lang="en-US" sz="2200" b="0" i="1" u="none" strike="noStrike" baseline="0" dirty="0">
                <a:latin typeface="+mj-lt"/>
                <a:ea typeface="+mj-ea"/>
                <a:cs typeface="+mj-cs"/>
                <a:sym typeface="Helvetica Neue"/>
              </a:rPr>
              <a:t>x</a:t>
            </a:r>
            <a:r>
              <a:rPr lang="en-US" sz="2200" b="0" i="0" u="none" strike="noStrike" baseline="0" dirty="0">
                <a:latin typeface="+mj-lt"/>
                <a:ea typeface="+mj-ea"/>
                <a:cs typeface="+mj-cs"/>
                <a:sym typeface="Helvetica Neue"/>
              </a:rPr>
              <a:t>) </a:t>
            </a:r>
            <a:r>
              <a:rPr lang="en-US" sz="2200" b="0" i="1" u="none" strike="noStrike" baseline="0" dirty="0">
                <a:latin typeface="+mj-lt"/>
                <a:ea typeface="+mj-ea"/>
                <a:cs typeface="+mj-cs"/>
                <a:sym typeface="Helvetica Neue"/>
              </a:rPr>
              <a:t>. </a:t>
            </a:r>
            <a:r>
              <a:rPr lang="en-US" sz="2200" b="0" i="0" u="none" strike="noStrike" baseline="0" dirty="0">
                <a:latin typeface="+mj-lt"/>
                <a:ea typeface="+mj-ea"/>
                <a:cs typeface="+mj-cs"/>
                <a:sym typeface="Helvetica Neue"/>
              </a:rPr>
              <a:t>(3.25)</a:t>
            </a:r>
          </a:p>
          <a:p>
            <a:r>
              <a:rPr lang="en-US" sz="2200" b="0" i="0" u="none" strike="noStrike" baseline="0" dirty="0">
                <a:latin typeface="+mj-lt"/>
                <a:ea typeface="+mj-ea"/>
                <a:cs typeface="+mj-cs"/>
                <a:sym typeface="Helvetica Neue"/>
              </a:rPr>
              <a:t>The exponential distribution uses the indicator function 1</a:t>
            </a:r>
            <a:r>
              <a:rPr lang="en-US" sz="2200" b="0" i="1" u="none" strike="noStrike" baseline="0" dirty="0">
                <a:latin typeface="+mj-lt"/>
                <a:ea typeface="+mj-ea"/>
                <a:cs typeface="+mj-cs"/>
                <a:sym typeface="Helvetica Neue"/>
              </a:rPr>
              <a:t>x≥</a:t>
            </a:r>
            <a:r>
              <a:rPr lang="en-US" sz="2200" b="0" i="0" u="none" strike="noStrike" baseline="0" dirty="0">
                <a:latin typeface="+mj-lt"/>
                <a:ea typeface="+mj-ea"/>
                <a:cs typeface="+mj-cs"/>
                <a:sym typeface="Helvetica Neue"/>
              </a:rPr>
              <a:t>0 to assign probability</a:t>
            </a:r>
          </a:p>
          <a:p>
            <a:r>
              <a:rPr lang="en-US" sz="2200" b="0" i="0" u="none" strike="noStrike" baseline="0" dirty="0">
                <a:latin typeface="+mj-lt"/>
                <a:ea typeface="+mj-ea"/>
                <a:cs typeface="+mj-cs"/>
                <a:sym typeface="Helvetica Neue"/>
              </a:rPr>
              <a:t>zero to all negative values of </a:t>
            </a:r>
            <a:r>
              <a:rPr lang="en-US" sz="2200" b="0" i="1" u="none" strike="noStrike" baseline="0" dirty="0">
                <a:latin typeface="+mj-lt"/>
                <a:ea typeface="+mj-ea"/>
                <a:cs typeface="+mj-cs"/>
                <a:sym typeface="Helvetica Neue"/>
              </a:rPr>
              <a:t>x</a:t>
            </a:r>
            <a:r>
              <a:rPr lang="en-US" sz="2200" b="0" i="0" u="none" strike="noStrike" baseline="0" dirty="0">
                <a:latin typeface="+mj-lt"/>
                <a:ea typeface="+mj-ea"/>
                <a:cs typeface="+mj-cs"/>
                <a:sym typeface="Helvetica Neue"/>
              </a:rPr>
              <a:t>.</a:t>
            </a:r>
          </a:p>
          <a:p>
            <a:r>
              <a:rPr lang="en-US" sz="2200" b="0" i="0" u="none" strike="noStrike" baseline="0" dirty="0">
                <a:latin typeface="+mj-lt"/>
                <a:ea typeface="+mj-ea"/>
                <a:cs typeface="+mj-cs"/>
                <a:sym typeface="Helvetica Neue"/>
              </a:rPr>
              <a:t>A closely related probability distribution that allows us to place a sharp peak</a:t>
            </a:r>
          </a:p>
          <a:p>
            <a:r>
              <a:rPr lang="en-US" sz="2200" b="0" i="0" u="none" strike="noStrike" baseline="0" dirty="0">
                <a:latin typeface="+mj-lt"/>
                <a:ea typeface="+mj-ea"/>
                <a:cs typeface="+mj-cs"/>
                <a:sym typeface="Helvetica Neue"/>
              </a:rPr>
              <a:t>of probability mass at an arbitrary point </a:t>
            </a:r>
            <a:r>
              <a:rPr lang="en-US" sz="2200" b="0" i="1" u="none" strike="noStrike" baseline="0" dirty="0">
                <a:latin typeface="+mj-lt"/>
                <a:ea typeface="+mj-ea"/>
                <a:cs typeface="+mj-cs"/>
                <a:sym typeface="Helvetica Neue"/>
              </a:rPr>
              <a:t>μ </a:t>
            </a:r>
            <a:r>
              <a:rPr lang="en-US" sz="2200" b="0" i="0" u="none" strike="noStrike" baseline="0" dirty="0">
                <a:latin typeface="+mj-lt"/>
                <a:ea typeface="+mj-ea"/>
                <a:cs typeface="+mj-cs"/>
                <a:sym typeface="Helvetica Neue"/>
              </a:rPr>
              <a:t>is the </a:t>
            </a:r>
            <a:r>
              <a:rPr lang="en-US" sz="2200" b="1" i="0" u="none" strike="noStrike" baseline="0" dirty="0">
                <a:latin typeface="+mj-lt"/>
                <a:ea typeface="+mj-ea"/>
                <a:cs typeface="+mj-cs"/>
                <a:sym typeface="Helvetica Neue"/>
              </a:rPr>
              <a:t>Laplace distribution</a:t>
            </a:r>
          </a:p>
          <a:p>
            <a:r>
              <a:rPr lang="en-US" sz="2200" b="0" i="0" u="none" strike="noStrike" baseline="0" dirty="0">
                <a:latin typeface="+mj-lt"/>
                <a:ea typeface="+mj-ea"/>
                <a:cs typeface="+mj-cs"/>
                <a:sym typeface="Helvetica Neue"/>
              </a:rPr>
              <a:t>Laplace(</a:t>
            </a:r>
            <a:r>
              <a:rPr lang="en-US" sz="2200" b="0" i="1" u="none" strike="noStrike" baseline="0" dirty="0">
                <a:latin typeface="+mj-lt"/>
                <a:ea typeface="+mj-ea"/>
                <a:cs typeface="+mj-cs"/>
                <a:sym typeface="Helvetica Neue"/>
              </a:rPr>
              <a:t>x</a:t>
            </a:r>
            <a:r>
              <a:rPr lang="en-US" sz="2200" b="0" i="0" u="none" strike="noStrike" baseline="0" dirty="0">
                <a:latin typeface="+mj-lt"/>
                <a:ea typeface="+mj-ea"/>
                <a:cs typeface="+mj-cs"/>
                <a:sym typeface="Helvetica Neue"/>
              </a:rPr>
              <a:t>;</a:t>
            </a:r>
            <a:r>
              <a:rPr lang="el-GR" sz="2200" b="0" i="1" u="none" strike="noStrike" baseline="0" dirty="0">
                <a:latin typeface="+mj-lt"/>
                <a:ea typeface="+mj-ea"/>
                <a:cs typeface="+mj-cs"/>
                <a:sym typeface="Helvetica Neue"/>
              </a:rPr>
              <a:t>μ, γ</a:t>
            </a:r>
            <a:r>
              <a:rPr lang="el-GR" sz="2200" b="0" i="0" u="none" strike="noStrike" baseline="0" dirty="0">
                <a:latin typeface="+mj-lt"/>
                <a:ea typeface="+mj-ea"/>
                <a:cs typeface="+mj-cs"/>
                <a:sym typeface="Helvetica Neue"/>
              </a:rPr>
              <a:t>) =</a:t>
            </a:r>
          </a:p>
          <a:p>
            <a:r>
              <a:rPr lang="en-US" sz="2200" b="0" i="0" u="none" strike="noStrike" baseline="0" dirty="0">
                <a:latin typeface="+mj-lt"/>
                <a:ea typeface="+mj-ea"/>
                <a:cs typeface="+mj-cs"/>
                <a:sym typeface="Helvetica Neue"/>
              </a:rPr>
              <a:t>1</a:t>
            </a:r>
          </a:p>
          <a:p>
            <a:r>
              <a:rPr lang="el-GR" sz="2200" b="0" i="0" u="none" strike="noStrike" baseline="0" dirty="0">
                <a:latin typeface="+mj-lt"/>
                <a:ea typeface="+mj-ea"/>
                <a:cs typeface="+mj-cs"/>
                <a:sym typeface="Helvetica Neue"/>
              </a:rPr>
              <a:t>2</a:t>
            </a:r>
            <a:r>
              <a:rPr lang="el-GR" sz="2200" b="0" i="1" u="none" strike="noStrike" baseline="0" dirty="0">
                <a:latin typeface="+mj-lt"/>
                <a:ea typeface="+mj-ea"/>
                <a:cs typeface="+mj-cs"/>
                <a:sym typeface="Helvetica Neue"/>
              </a:rPr>
              <a:t>γ</a:t>
            </a:r>
          </a:p>
          <a:p>
            <a:r>
              <a:rPr lang="en-US" sz="2200" b="0" i="0" u="none" strike="noStrike" baseline="0" dirty="0">
                <a:latin typeface="+mj-lt"/>
                <a:ea typeface="+mj-ea"/>
                <a:cs typeface="+mj-cs"/>
                <a:sym typeface="Helvetica Neue"/>
              </a:rPr>
              <a:t>exp</a:t>
            </a:r>
          </a:p>
          <a:p>
            <a:r>
              <a:rPr lang="en-US" sz="2200" b="0" i="0" u="none" strike="noStrike" baseline="0" dirty="0">
                <a:latin typeface="+mj-lt"/>
                <a:ea typeface="+mj-ea"/>
                <a:cs typeface="+mj-cs"/>
                <a:sym typeface="Helvetica Neue"/>
              </a:rPr>
              <a:t></a:t>
            </a:r>
          </a:p>
          <a:p>
            <a:r>
              <a:rPr lang="en-US" sz="2200" b="0" i="1" u="none" strike="noStrike" baseline="0" dirty="0">
                <a:latin typeface="+mj-lt"/>
                <a:ea typeface="+mj-ea"/>
                <a:cs typeface="+mj-cs"/>
                <a:sym typeface="Helvetica Neue"/>
              </a:rPr>
              <a:t>−| − | x </a:t>
            </a:r>
            <a:r>
              <a:rPr lang="el-GR" sz="2200" b="0" i="1" u="none" strike="noStrike" baseline="0" dirty="0">
                <a:latin typeface="+mj-lt"/>
                <a:ea typeface="+mj-ea"/>
                <a:cs typeface="+mj-cs"/>
                <a:sym typeface="Helvetica Neue"/>
              </a:rPr>
              <a:t>μ</a:t>
            </a:r>
          </a:p>
          <a:p>
            <a:r>
              <a:rPr lang="el-GR" sz="2200" b="0" i="1" u="none" strike="noStrike" baseline="0" dirty="0">
                <a:latin typeface="+mj-lt"/>
                <a:ea typeface="+mj-ea"/>
                <a:cs typeface="+mj-cs"/>
                <a:sym typeface="Helvetica Neue"/>
              </a:rPr>
              <a:t>γ</a:t>
            </a:r>
          </a:p>
          <a:p>
            <a:r>
              <a:rPr lang="en-US" sz="2200" b="0" i="0" u="none" strike="noStrike" baseline="0" dirty="0">
                <a:latin typeface="+mj-lt"/>
                <a:ea typeface="+mj-ea"/>
                <a:cs typeface="+mj-cs"/>
                <a:sym typeface="Helvetica Neue"/>
              </a:rPr>
              <a:t></a:t>
            </a:r>
          </a:p>
          <a:p>
            <a:r>
              <a:rPr lang="en-US" sz="2200" b="0" i="1" u="none" strike="noStrike" baseline="0" dirty="0">
                <a:latin typeface="+mj-lt"/>
                <a:ea typeface="+mj-ea"/>
                <a:cs typeface="+mj-cs"/>
                <a:sym typeface="Helvetica Neue"/>
              </a:rPr>
              <a:t>.</a:t>
            </a:r>
            <a:endParaRPr lang="en-US" dirty="0"/>
          </a:p>
        </p:txBody>
      </p:sp>
    </p:spTree>
    <p:extLst>
      <p:ext uri="{BB962C8B-B14F-4D97-AF65-F5344CB8AC3E}">
        <p14:creationId xmlns:p14="http://schemas.microsoft.com/office/powerpoint/2010/main" val="368527205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2200" b="0" i="0" u="none" strike="noStrike" baseline="0" dirty="0">
                <a:latin typeface="+mj-lt"/>
                <a:ea typeface="+mj-ea"/>
                <a:cs typeface="+mj-cs"/>
                <a:sym typeface="Helvetica Neue"/>
              </a:rPr>
              <a:t>1. The basic intuition behind information theory is that learning that an unlikely event has occurred is more informative than learning that a likely event has</a:t>
            </a:r>
          </a:p>
          <a:p>
            <a:r>
              <a:rPr lang="en-US" sz="2200" b="0" i="0" u="none" strike="noStrike" baseline="0" dirty="0">
                <a:latin typeface="+mj-lt"/>
                <a:ea typeface="+mj-ea"/>
                <a:cs typeface="+mj-cs"/>
                <a:sym typeface="Helvetica Neue"/>
              </a:rPr>
              <a:t>occurred. A message saying “the sun rose this morning” is so uninformative as to be unnecessary to send, but a message saying “there was a solar eclipse this</a:t>
            </a:r>
          </a:p>
          <a:p>
            <a:r>
              <a:rPr lang="en-US" sz="2200" b="0" i="0" u="none" strike="noStrike" baseline="0" dirty="0">
                <a:latin typeface="+mj-lt"/>
                <a:ea typeface="+mj-ea"/>
                <a:cs typeface="+mj-cs"/>
                <a:sym typeface="Helvetica Neue"/>
              </a:rPr>
              <a:t>morning” is very informative.</a:t>
            </a:r>
          </a:p>
          <a:p>
            <a:r>
              <a:rPr lang="en-US" sz="2200" b="0" i="0" u="none" strike="noStrike" baseline="0" dirty="0">
                <a:latin typeface="+mj-lt"/>
                <a:ea typeface="+mj-ea"/>
                <a:cs typeface="+mj-cs"/>
                <a:sym typeface="Helvetica Neue"/>
              </a:rPr>
              <a:t>2. From the definition of information, we can compute the entropy of a variable from its distribution. The entropy measures the flatness of the histogram. If the histogram is flat, then the entropy gets its maximum. If the histogram is not very sharp, for example, the probability of a particular event is 1; then the entropy I zero. </a:t>
            </a:r>
          </a:p>
          <a:p>
            <a:r>
              <a:rPr lang="en-US" sz="2200" b="0" i="0" u="none" strike="noStrike" baseline="0" dirty="0">
                <a:latin typeface="+mj-lt"/>
                <a:ea typeface="+mj-ea"/>
                <a:cs typeface="+mj-cs"/>
                <a:sym typeface="Helvetica Neue"/>
              </a:rPr>
              <a:t>2. Cross entropy is very useful to measure the distance between the two distributions, and it has close relationship with objective function of the maximum likelihood function. </a:t>
            </a:r>
          </a:p>
          <a:p>
            <a:endParaRPr lang="en-US" sz="2200" b="0" i="0" u="none" strike="noStrike" baseline="0" dirty="0">
              <a:latin typeface="+mj-lt"/>
              <a:ea typeface="+mj-ea"/>
              <a:cs typeface="+mj-cs"/>
              <a:sym typeface="Helvetica Neue"/>
            </a:endParaRPr>
          </a:p>
          <a:p>
            <a:endParaRPr lang="en-US" dirty="0"/>
          </a:p>
        </p:txBody>
      </p:sp>
    </p:spTree>
    <p:extLst>
      <p:ext uri="{BB962C8B-B14F-4D97-AF65-F5344CB8AC3E}">
        <p14:creationId xmlns:p14="http://schemas.microsoft.com/office/powerpoint/2010/main" val="26342641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The KL divergence is zero when the two distributions are the same</a:t>
            </a:r>
          </a:p>
          <a:p>
            <a:r>
              <a:rPr lang="en-US" dirty="0"/>
              <a:t>2. The KL divergence is not symmetric; and we could make it symmetric</a:t>
            </a:r>
          </a:p>
          <a:p>
            <a:r>
              <a:rPr lang="en-US" dirty="0"/>
              <a:t>3.(</a:t>
            </a:r>
            <a:r>
              <a:rPr lang="en-US" sz="2200" b="0" i="1" u="none" strike="noStrike" baseline="0" dirty="0">
                <a:latin typeface="+mj-lt"/>
                <a:ea typeface="+mj-ea"/>
                <a:cs typeface="+mj-cs"/>
                <a:sym typeface="Helvetica Neue"/>
              </a:rPr>
              <a:t>D</a:t>
            </a:r>
            <a:r>
              <a:rPr lang="en-US" sz="2200" b="0" i="0" u="none" strike="noStrike" baseline="0" dirty="0">
                <a:latin typeface="+mj-lt"/>
                <a:ea typeface="+mj-ea"/>
                <a:cs typeface="+mj-cs"/>
                <a:sym typeface="Helvetica Neue"/>
              </a:rPr>
              <a:t>KL(</a:t>
            </a:r>
            <a:r>
              <a:rPr lang="en-US" sz="2200" b="0" i="1" u="none" strike="noStrike" baseline="0" dirty="0">
                <a:latin typeface="+mj-lt"/>
                <a:ea typeface="+mj-ea"/>
                <a:cs typeface="+mj-cs"/>
                <a:sym typeface="Helvetica Neue"/>
              </a:rPr>
              <a:t>P||Q</a:t>
            </a:r>
            <a:r>
              <a:rPr lang="en-US" sz="2200" b="0" i="0" u="none" strike="noStrike" baseline="0" dirty="0">
                <a:latin typeface="+mj-lt"/>
                <a:ea typeface="+mj-ea"/>
                <a:cs typeface="+mj-cs"/>
                <a:sym typeface="Helvetica Neue"/>
              </a:rPr>
              <a:t>) + </a:t>
            </a:r>
            <a:r>
              <a:rPr lang="en-US" sz="2200" b="0" i="1" u="none" strike="noStrike" baseline="0" dirty="0">
                <a:latin typeface="+mj-lt"/>
                <a:ea typeface="+mj-ea"/>
                <a:cs typeface="+mj-cs"/>
                <a:sym typeface="Helvetica Neue"/>
              </a:rPr>
              <a:t>D</a:t>
            </a:r>
            <a:r>
              <a:rPr lang="en-US" sz="2200" b="0" i="0" u="none" strike="noStrike" baseline="0" dirty="0">
                <a:latin typeface="+mj-lt"/>
                <a:ea typeface="+mj-ea"/>
                <a:cs typeface="+mj-cs"/>
                <a:sym typeface="Helvetica Neue"/>
              </a:rPr>
              <a:t>KL(</a:t>
            </a:r>
            <a:r>
              <a:rPr lang="en-US" sz="2200" b="0" i="1" u="none" strike="noStrike" baseline="0" dirty="0">
                <a:latin typeface="+mj-lt"/>
                <a:ea typeface="+mj-ea"/>
                <a:cs typeface="+mj-cs"/>
                <a:sym typeface="Helvetica Neue"/>
              </a:rPr>
              <a:t>Q||P</a:t>
            </a:r>
            <a:r>
              <a:rPr lang="en-US" sz="2200" b="0" i="0" u="none" strike="noStrike" baseline="0" dirty="0">
                <a:latin typeface="+mj-lt"/>
                <a:ea typeface="+mj-ea"/>
                <a:cs typeface="+mj-cs"/>
                <a:sym typeface="Helvetica Neue"/>
              </a:rPr>
              <a:t>) )/2 is symmetric</a:t>
            </a:r>
          </a:p>
          <a:p>
            <a:r>
              <a:rPr lang="en-US" sz="2200" b="0" i="0" u="none" strike="noStrike" baseline="0" dirty="0">
                <a:latin typeface="+mj-lt"/>
                <a:ea typeface="+mj-ea"/>
                <a:cs typeface="+mj-cs"/>
                <a:sym typeface="Helvetica Neue"/>
              </a:rPr>
              <a:t>The following link gives a very good introduction of how to perform KL divergence in inclusive or exclusive model.</a:t>
            </a:r>
          </a:p>
          <a:p>
            <a:r>
              <a:rPr lang="en-US" dirty="0"/>
              <a:t>https://timvieira.github.io/blog/post/2014/10/06/kl-divergence-as-an-objective-function/</a:t>
            </a:r>
          </a:p>
          <a:p>
            <a:endParaRPr lang="en-US" dirty="0"/>
          </a:p>
        </p:txBody>
      </p:sp>
    </p:spTree>
    <p:extLst>
      <p:ext uri="{BB962C8B-B14F-4D97-AF65-F5344CB8AC3E}">
        <p14:creationId xmlns:p14="http://schemas.microsoft.com/office/powerpoint/2010/main" val="65788654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57200" indent="-457200">
              <a:buAutoNum type="arabicPeriod"/>
            </a:pPr>
            <a:r>
              <a:rPr lang="en-US" dirty="0"/>
              <a:t>This quadratic curve/function has a close form solution at its minimum, by setting f’(x) to zero. </a:t>
            </a:r>
          </a:p>
          <a:p>
            <a:pPr marL="457200" indent="-457200">
              <a:buAutoNum type="arabicPeriod"/>
            </a:pPr>
            <a:r>
              <a:rPr lang="en-US" dirty="0"/>
              <a:t>But here we used it to illustrate the working principle of gradient descent. </a:t>
            </a:r>
          </a:p>
        </p:txBody>
      </p:sp>
    </p:spTree>
    <p:extLst>
      <p:ext uri="{BB962C8B-B14F-4D97-AF65-F5344CB8AC3E}">
        <p14:creationId xmlns:p14="http://schemas.microsoft.com/office/powerpoint/2010/main" val="39270372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look at some real numerical computation issues in practice.  We know that a number will be represented in computer using a finite number of bits. We need to make sure that the implementation actually indeed outputs the results that we want.  In this case, we will need to take care of some errors such as the truncation and rounding errors.  Those errors could be accumulated through iteration or propagation.</a:t>
            </a:r>
          </a:p>
        </p:txBody>
      </p:sp>
    </p:spTree>
    <p:extLst>
      <p:ext uri="{BB962C8B-B14F-4D97-AF65-F5344CB8AC3E}">
        <p14:creationId xmlns:p14="http://schemas.microsoft.com/office/powerpoint/2010/main" val="200381464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84225871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Single Precision Vs. Double Precision</a:t>
            </a:r>
          </a:p>
          <a:p>
            <a:r>
              <a:rPr lang="en-US" dirty="0"/>
              <a:t>https://www.thecrazyprogrammer.com/2018/04/single-precision-vs-double-precision.html</a:t>
            </a:r>
          </a:p>
        </p:txBody>
      </p:sp>
    </p:spTree>
    <p:extLst>
      <p:ext uri="{BB962C8B-B14F-4D97-AF65-F5344CB8AC3E}">
        <p14:creationId xmlns:p14="http://schemas.microsoft.com/office/powerpoint/2010/main" val="331694723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65776016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11375974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7707797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11" name="Shape 11"/>
          <p:cNvSpPr txBox="1">
            <a:spLocks noGrp="1"/>
          </p:cNvSpPr>
          <p:nvPr>
            <p:ph type="title"/>
          </p:nvPr>
        </p:nvSpPr>
        <p:spPr>
          <a:xfrm>
            <a:off x="685800" y="1844675"/>
            <a:ext cx="7772400" cy="2041525"/>
          </a:xfrm>
          <a:prstGeom prst="rect">
            <a:avLst/>
          </a:prstGeom>
        </p:spPr>
        <p:txBody>
          <a:bodyPr/>
          <a:lstStyle/>
          <a:p>
            <a:r>
              <a:t>Title Text</a:t>
            </a:r>
          </a:p>
        </p:txBody>
      </p:sp>
      <p:sp>
        <p:nvSpPr>
          <p:cNvPr id="12" name="Shape 12"/>
          <p:cNvSpPr txBox="1">
            <a:spLocks noGrp="1"/>
          </p:cNvSpPr>
          <p:nvPr>
            <p:ph type="body" sz="half" idx="1"/>
          </p:nvPr>
        </p:nvSpPr>
        <p:spPr>
          <a:xfrm>
            <a:off x="1371600" y="3886200"/>
            <a:ext cx="6400800" cy="2971800"/>
          </a:xfrm>
          <a:prstGeom prst="rect">
            <a:avLst/>
          </a:prstGeom>
        </p:spPr>
        <p:txBody>
          <a:bodyPr/>
          <a:lstStyle>
            <a:lvl1pPr marL="0" indent="0" algn="ctr">
              <a:buSzTx/>
              <a:buFontTx/>
              <a:buNone/>
              <a:defRPr sz="3200">
                <a:solidFill>
                  <a:srgbClr val="888888"/>
                </a:solidFill>
              </a:defRPr>
            </a:lvl1pPr>
            <a:lvl2pPr marL="0" indent="457200" algn="ctr">
              <a:buSzTx/>
              <a:buFontTx/>
              <a:buNone/>
              <a:defRPr sz="3200">
                <a:solidFill>
                  <a:srgbClr val="888888"/>
                </a:solidFill>
              </a:defRPr>
            </a:lvl2pPr>
            <a:lvl3pPr marL="0" indent="914400" algn="ctr">
              <a:buSzTx/>
              <a:buFontTx/>
              <a:buNone/>
              <a:defRPr sz="3200">
                <a:solidFill>
                  <a:srgbClr val="888888"/>
                </a:solidFill>
              </a:defRPr>
            </a:lvl3pPr>
            <a:lvl4pPr marL="0" indent="1371600" algn="ctr">
              <a:buSzTx/>
              <a:buFontTx/>
              <a:buNone/>
              <a:defRPr sz="3200">
                <a:solidFill>
                  <a:srgbClr val="888888"/>
                </a:solidFill>
              </a:defRPr>
            </a:lvl4pPr>
            <a:lvl5pPr marL="0" indent="1828800" algn="ctr">
              <a:buSzTx/>
              <a:buFontTx/>
              <a:buNone/>
              <a:defRPr sz="3200">
                <a:solidFill>
                  <a:srgbClr val="888888"/>
                </a:solidFill>
              </a:defRPr>
            </a:lvl5pPr>
          </a:lstStyle>
          <a:p>
            <a:r>
              <a:t>Body Level One</a:t>
            </a:r>
          </a:p>
          <a:p>
            <a:pPr lvl="1"/>
            <a:r>
              <a:t>Body Level Two</a:t>
            </a:r>
          </a:p>
          <a:p>
            <a:pPr lvl="2"/>
            <a:r>
              <a:t>Body Level Three</a:t>
            </a:r>
          </a:p>
          <a:p>
            <a:pPr lvl="3"/>
            <a:r>
              <a:t>Body Level Four</a:t>
            </a:r>
          </a:p>
          <a:p>
            <a:pPr lvl="4"/>
            <a:r>
              <a:t>Body Level Five</a:t>
            </a:r>
          </a:p>
        </p:txBody>
      </p:sp>
      <p:sp>
        <p:nvSpPr>
          <p:cNvPr id="13" name="Shape 13"/>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Title and Content">
    <p:spTree>
      <p:nvGrpSpPr>
        <p:cNvPr id="1" name=""/>
        <p:cNvGrpSpPr/>
        <p:nvPr/>
      </p:nvGrpSpPr>
      <p:grpSpPr>
        <a:xfrm>
          <a:off x="0" y="0"/>
          <a:ext cx="0" cy="0"/>
          <a:chOff x="0" y="0"/>
          <a:chExt cx="0" cy="0"/>
        </a:xfrm>
      </p:grpSpPr>
      <p:sp>
        <p:nvSpPr>
          <p:cNvPr id="20" name="Shape 20"/>
          <p:cNvSpPr txBox="1">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21" name="Shape 21"/>
          <p:cNvSpPr txBox="1">
            <a:spLocks noGrp="1"/>
          </p:cNvSpPr>
          <p:nvPr>
            <p:ph type="title"/>
          </p:nvPr>
        </p:nvSpPr>
        <p:spPr>
          <a:prstGeom prst="rect">
            <a:avLst/>
          </a:prstGeom>
        </p:spPr>
        <p:txBody>
          <a:bodyPr/>
          <a:lstStyle/>
          <a:p>
            <a:r>
              <a:t>Title Text</a:t>
            </a:r>
          </a:p>
        </p:txBody>
      </p:sp>
      <p:sp>
        <p:nvSpPr>
          <p:cNvPr id="22" name="Shape 22"/>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Section Header">
    <p:spTree>
      <p:nvGrpSpPr>
        <p:cNvPr id="1" name=""/>
        <p:cNvGrpSpPr/>
        <p:nvPr/>
      </p:nvGrpSpPr>
      <p:grpSpPr>
        <a:xfrm>
          <a:off x="0" y="0"/>
          <a:ext cx="0" cy="0"/>
          <a:chOff x="0" y="0"/>
          <a:chExt cx="0" cy="0"/>
        </a:xfrm>
      </p:grpSpPr>
      <p:sp>
        <p:nvSpPr>
          <p:cNvPr id="29" name="Shape 29"/>
          <p:cNvSpPr txBox="1">
            <a:spLocks noGrp="1"/>
          </p:cNvSpPr>
          <p:nvPr>
            <p:ph type="title"/>
          </p:nvPr>
        </p:nvSpPr>
        <p:spPr>
          <a:xfrm>
            <a:off x="722312" y="4406900"/>
            <a:ext cx="7772401" cy="1362075"/>
          </a:xfrm>
          <a:prstGeom prst="rect">
            <a:avLst/>
          </a:prstGeom>
        </p:spPr>
        <p:txBody>
          <a:bodyPr anchor="t"/>
          <a:lstStyle>
            <a:lvl1pPr algn="l">
              <a:defRPr sz="4000" b="1" cap="all">
                <a:latin typeface="+mn-lt"/>
                <a:ea typeface="+mn-ea"/>
                <a:cs typeface="+mn-cs"/>
                <a:sym typeface="Helvetica"/>
              </a:defRPr>
            </a:lvl1pPr>
          </a:lstStyle>
          <a:p>
            <a:r>
              <a:t>Title Text</a:t>
            </a:r>
          </a:p>
        </p:txBody>
      </p:sp>
      <p:sp>
        <p:nvSpPr>
          <p:cNvPr id="30" name="Shape 30"/>
          <p:cNvSpPr txBox="1">
            <a:spLocks noGrp="1"/>
          </p:cNvSpPr>
          <p:nvPr>
            <p:ph type="body" sz="quarter" idx="1"/>
          </p:nvPr>
        </p:nvSpPr>
        <p:spPr>
          <a:xfrm>
            <a:off x="722312" y="2906713"/>
            <a:ext cx="7772401" cy="1500188"/>
          </a:xfrm>
          <a:prstGeom prst="rect">
            <a:avLst/>
          </a:prstGeom>
        </p:spPr>
        <p:txBody>
          <a:bodyPr anchor="b"/>
          <a:lstStyle>
            <a:lvl1pPr marL="0" indent="0">
              <a:spcBef>
                <a:spcPts val="400"/>
              </a:spcBef>
              <a:buSzTx/>
              <a:buFontTx/>
              <a:buNone/>
              <a:defRPr sz="2000">
                <a:solidFill>
                  <a:srgbClr val="888888"/>
                </a:solidFill>
              </a:defRPr>
            </a:lvl1pPr>
            <a:lvl2pPr marL="0" indent="457200">
              <a:spcBef>
                <a:spcPts val="400"/>
              </a:spcBef>
              <a:buSzTx/>
              <a:buFontTx/>
              <a:buNone/>
              <a:defRPr sz="2000">
                <a:solidFill>
                  <a:srgbClr val="888888"/>
                </a:solidFill>
              </a:defRPr>
            </a:lvl2pPr>
            <a:lvl3pPr marL="0" indent="914400">
              <a:spcBef>
                <a:spcPts val="400"/>
              </a:spcBef>
              <a:buSzTx/>
              <a:buFontTx/>
              <a:buNone/>
              <a:defRPr sz="2000">
                <a:solidFill>
                  <a:srgbClr val="888888"/>
                </a:solidFill>
              </a:defRPr>
            </a:lvl3pPr>
            <a:lvl4pPr marL="0" indent="1371600">
              <a:spcBef>
                <a:spcPts val="400"/>
              </a:spcBef>
              <a:buSzTx/>
              <a:buFontTx/>
              <a:buNone/>
              <a:defRPr sz="2000">
                <a:solidFill>
                  <a:srgbClr val="888888"/>
                </a:solidFill>
              </a:defRPr>
            </a:lvl4pPr>
            <a:lvl5pPr marL="0" indent="1828800">
              <a:spcBef>
                <a:spcPts val="400"/>
              </a:spcBef>
              <a:buSzTx/>
              <a:buFontTx/>
              <a:buNone/>
              <a:defRPr sz="2000">
                <a:solidFill>
                  <a:srgbClr val="888888"/>
                </a:solidFill>
              </a:defRPr>
            </a:lvl5pPr>
          </a:lstStyle>
          <a:p>
            <a:r>
              <a:t>Body Level One</a:t>
            </a:r>
          </a:p>
          <a:p>
            <a:pPr lvl="1"/>
            <a:r>
              <a:t>Body Level Two</a:t>
            </a:r>
          </a:p>
          <a:p>
            <a:pPr lvl="2"/>
            <a:r>
              <a:t>Body Level Three</a:t>
            </a:r>
          </a:p>
          <a:p>
            <a:pPr lvl="3"/>
            <a:r>
              <a:t>Body Level Four</a:t>
            </a:r>
          </a:p>
          <a:p>
            <a:pPr lvl="4"/>
            <a:r>
              <a:t>Body Level Five</a:t>
            </a:r>
          </a:p>
        </p:txBody>
      </p:sp>
      <p:sp>
        <p:nvSpPr>
          <p:cNvPr id="31" name="Shape 31"/>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Two Content">
    <p:spTree>
      <p:nvGrpSpPr>
        <p:cNvPr id="1" name=""/>
        <p:cNvGrpSpPr/>
        <p:nvPr/>
      </p:nvGrpSpPr>
      <p:grpSpPr>
        <a:xfrm>
          <a:off x="0" y="0"/>
          <a:ext cx="0" cy="0"/>
          <a:chOff x="0" y="0"/>
          <a:chExt cx="0" cy="0"/>
        </a:xfrm>
      </p:grpSpPr>
      <p:sp>
        <p:nvSpPr>
          <p:cNvPr id="38" name="Shape 38"/>
          <p:cNvSpPr txBox="1">
            <a:spLocks noGrp="1"/>
          </p:cNvSpPr>
          <p:nvPr>
            <p:ph type="title"/>
          </p:nvPr>
        </p:nvSpPr>
        <p:spPr>
          <a:prstGeom prst="rect">
            <a:avLst/>
          </a:prstGeom>
        </p:spPr>
        <p:txBody>
          <a:bodyPr/>
          <a:lstStyle/>
          <a:p>
            <a:r>
              <a:t>Title Text</a:t>
            </a:r>
          </a:p>
        </p:txBody>
      </p:sp>
      <p:sp>
        <p:nvSpPr>
          <p:cNvPr id="39" name="Shape 39"/>
          <p:cNvSpPr txBox="1">
            <a:spLocks noGrp="1"/>
          </p:cNvSpPr>
          <p:nvPr>
            <p:ph type="body" sz="half" idx="1"/>
          </p:nvPr>
        </p:nvSpPr>
        <p:spPr>
          <a:xfrm>
            <a:off x="457200" y="1600200"/>
            <a:ext cx="4038600" cy="5257800"/>
          </a:xfrm>
          <a:prstGeom prst="rect">
            <a:avLst/>
          </a:prstGeom>
        </p:spPr>
        <p:txBody>
          <a:bodyPr/>
          <a:lstStyle>
            <a:lvl1pPr marL="342900" indent="-342900">
              <a:spcBef>
                <a:spcPts val="600"/>
              </a:spcBef>
              <a:defRPr sz="2800"/>
            </a:lvl1pPr>
            <a:lvl2pPr marL="790575" indent="-333375">
              <a:spcBef>
                <a:spcPts val="600"/>
              </a:spcBef>
              <a:defRPr sz="2800"/>
            </a:lvl2pPr>
            <a:lvl3pPr marL="1234439" indent="-320039">
              <a:spcBef>
                <a:spcPts val="600"/>
              </a:spcBef>
              <a:defRPr sz="2800"/>
            </a:lvl3pPr>
            <a:lvl4pPr marL="1727200" indent="-355600">
              <a:spcBef>
                <a:spcPts val="600"/>
              </a:spcBef>
              <a:defRPr sz="2800"/>
            </a:lvl4pPr>
            <a:lvl5pPr marL="2184400" indent="-355600">
              <a:spcBef>
                <a:spcPts val="600"/>
              </a:spcBef>
              <a:defRPr sz="2800"/>
            </a:lvl5pPr>
          </a:lstStyle>
          <a:p>
            <a:r>
              <a:t>Body Level One</a:t>
            </a:r>
          </a:p>
          <a:p>
            <a:pPr lvl="1"/>
            <a:r>
              <a:t>Body Level Two</a:t>
            </a:r>
          </a:p>
          <a:p>
            <a:pPr lvl="2"/>
            <a:r>
              <a:t>Body Level Three</a:t>
            </a:r>
          </a:p>
          <a:p>
            <a:pPr lvl="3"/>
            <a:r>
              <a:t>Body Level Four</a:t>
            </a:r>
          </a:p>
          <a:p>
            <a:pPr lvl="4"/>
            <a:r>
              <a:t>Body Level Five</a:t>
            </a:r>
          </a:p>
        </p:txBody>
      </p:sp>
      <p:sp>
        <p:nvSpPr>
          <p:cNvPr id="40" name="Shape 40"/>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Comparison">
    <p:spTree>
      <p:nvGrpSpPr>
        <p:cNvPr id="1" name=""/>
        <p:cNvGrpSpPr/>
        <p:nvPr/>
      </p:nvGrpSpPr>
      <p:grpSpPr>
        <a:xfrm>
          <a:off x="0" y="0"/>
          <a:ext cx="0" cy="0"/>
          <a:chOff x="0" y="0"/>
          <a:chExt cx="0" cy="0"/>
        </a:xfrm>
      </p:grpSpPr>
      <p:sp>
        <p:nvSpPr>
          <p:cNvPr id="47" name="Shape 47"/>
          <p:cNvSpPr txBox="1">
            <a:spLocks noGrp="1"/>
          </p:cNvSpPr>
          <p:nvPr>
            <p:ph type="title"/>
          </p:nvPr>
        </p:nvSpPr>
        <p:spPr>
          <a:xfrm>
            <a:off x="457200" y="256810"/>
            <a:ext cx="8229600" cy="1178656"/>
          </a:xfrm>
          <a:prstGeom prst="rect">
            <a:avLst/>
          </a:prstGeom>
        </p:spPr>
        <p:txBody>
          <a:bodyPr/>
          <a:lstStyle/>
          <a:p>
            <a:r>
              <a:t>Title Text</a:t>
            </a:r>
          </a:p>
        </p:txBody>
      </p:sp>
      <p:sp>
        <p:nvSpPr>
          <p:cNvPr id="48" name="Shape 48"/>
          <p:cNvSpPr txBox="1">
            <a:spLocks noGrp="1"/>
          </p:cNvSpPr>
          <p:nvPr>
            <p:ph type="body" sz="quarter" idx="1"/>
          </p:nvPr>
        </p:nvSpPr>
        <p:spPr>
          <a:xfrm>
            <a:off x="457200" y="1435465"/>
            <a:ext cx="4040188" cy="739411"/>
          </a:xfrm>
          <a:prstGeom prst="rect">
            <a:avLst/>
          </a:prstGeom>
        </p:spPr>
        <p:txBody>
          <a:bodyPr anchor="b"/>
          <a:lstStyle>
            <a:lvl1pPr marL="0" indent="0">
              <a:spcBef>
                <a:spcPts val="500"/>
              </a:spcBef>
              <a:buSzTx/>
              <a:buFontTx/>
              <a:buNone/>
              <a:defRPr sz="2400" b="1">
                <a:latin typeface="+mn-lt"/>
                <a:ea typeface="+mn-ea"/>
                <a:cs typeface="+mn-cs"/>
                <a:sym typeface="Helvetica"/>
              </a:defRPr>
            </a:lvl1pPr>
            <a:lvl2pPr marL="0" indent="457200">
              <a:spcBef>
                <a:spcPts val="500"/>
              </a:spcBef>
              <a:buSzTx/>
              <a:buFontTx/>
              <a:buNone/>
              <a:defRPr sz="2400" b="1">
                <a:latin typeface="+mn-lt"/>
                <a:ea typeface="+mn-ea"/>
                <a:cs typeface="+mn-cs"/>
                <a:sym typeface="Helvetica"/>
              </a:defRPr>
            </a:lvl2pPr>
            <a:lvl3pPr marL="0" indent="914400">
              <a:spcBef>
                <a:spcPts val="500"/>
              </a:spcBef>
              <a:buSzTx/>
              <a:buFontTx/>
              <a:buNone/>
              <a:defRPr sz="2400" b="1">
                <a:latin typeface="+mn-lt"/>
                <a:ea typeface="+mn-ea"/>
                <a:cs typeface="+mn-cs"/>
                <a:sym typeface="Helvetica"/>
              </a:defRPr>
            </a:lvl3pPr>
            <a:lvl4pPr marL="0" indent="1371600">
              <a:spcBef>
                <a:spcPts val="500"/>
              </a:spcBef>
              <a:buSzTx/>
              <a:buFontTx/>
              <a:buNone/>
              <a:defRPr sz="2400" b="1">
                <a:latin typeface="+mn-lt"/>
                <a:ea typeface="+mn-ea"/>
                <a:cs typeface="+mn-cs"/>
                <a:sym typeface="Helvetica"/>
              </a:defRPr>
            </a:lvl4pPr>
            <a:lvl5pPr marL="0" indent="1828800">
              <a:spcBef>
                <a:spcPts val="500"/>
              </a:spcBef>
              <a:buSzTx/>
              <a:buFontTx/>
              <a:buNone/>
              <a:defRPr sz="2400" b="1">
                <a:latin typeface="+mn-lt"/>
                <a:ea typeface="+mn-ea"/>
                <a:cs typeface="+mn-cs"/>
                <a:sym typeface="Helvetica"/>
              </a:defRPr>
            </a:lvl5pPr>
          </a:lstStyle>
          <a:p>
            <a:r>
              <a:t>Body Level One</a:t>
            </a:r>
          </a:p>
          <a:p>
            <a:pPr lvl="1"/>
            <a:r>
              <a:t>Body Level Two</a:t>
            </a:r>
          </a:p>
          <a:p>
            <a:pPr lvl="2"/>
            <a:r>
              <a:t>Body Level Three</a:t>
            </a:r>
          </a:p>
          <a:p>
            <a:pPr lvl="3"/>
            <a:r>
              <a:t>Body Level Four</a:t>
            </a:r>
          </a:p>
          <a:p>
            <a:pPr lvl="4"/>
            <a:r>
              <a:t>Body Level Five</a:t>
            </a:r>
          </a:p>
        </p:txBody>
      </p:sp>
      <p:sp>
        <p:nvSpPr>
          <p:cNvPr id="49" name="Shape 49"/>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Title Only">
    <p:spTree>
      <p:nvGrpSpPr>
        <p:cNvPr id="1" name=""/>
        <p:cNvGrpSpPr/>
        <p:nvPr/>
      </p:nvGrpSpPr>
      <p:grpSpPr>
        <a:xfrm>
          <a:off x="0" y="0"/>
          <a:ext cx="0" cy="0"/>
          <a:chOff x="0" y="0"/>
          <a:chExt cx="0" cy="0"/>
        </a:xfrm>
      </p:grpSpPr>
      <p:sp>
        <p:nvSpPr>
          <p:cNvPr id="56" name="Shape 56"/>
          <p:cNvSpPr txBox="1">
            <a:spLocks noGrp="1"/>
          </p:cNvSpPr>
          <p:nvPr>
            <p:ph type="title"/>
          </p:nvPr>
        </p:nvSpPr>
        <p:spPr>
          <a:prstGeom prst="rect">
            <a:avLst/>
          </a:prstGeom>
        </p:spPr>
        <p:txBody>
          <a:bodyPr/>
          <a:lstStyle/>
          <a:p>
            <a:r>
              <a:t>Title Text</a:t>
            </a:r>
          </a:p>
        </p:txBody>
      </p:sp>
      <p:sp>
        <p:nvSpPr>
          <p:cNvPr id="57" name="Shape 57"/>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sp>
        <p:nvSpPr>
          <p:cNvPr id="64" name="Shape 64"/>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Content with Caption">
    <p:spTree>
      <p:nvGrpSpPr>
        <p:cNvPr id="1" name=""/>
        <p:cNvGrpSpPr/>
        <p:nvPr/>
      </p:nvGrpSpPr>
      <p:grpSpPr>
        <a:xfrm>
          <a:off x="0" y="0"/>
          <a:ext cx="0" cy="0"/>
          <a:chOff x="0" y="0"/>
          <a:chExt cx="0" cy="0"/>
        </a:xfrm>
      </p:grpSpPr>
      <p:sp>
        <p:nvSpPr>
          <p:cNvPr id="71" name="Shape 71"/>
          <p:cNvSpPr txBox="1">
            <a:spLocks noGrp="1"/>
          </p:cNvSpPr>
          <p:nvPr>
            <p:ph type="body" idx="1"/>
          </p:nvPr>
        </p:nvSpPr>
        <p:spPr>
          <a:xfrm>
            <a:off x="3575050" y="273050"/>
            <a:ext cx="5111750" cy="6584950"/>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72" name="Shape 72"/>
          <p:cNvSpPr txBox="1">
            <a:spLocks noGrp="1"/>
          </p:cNvSpPr>
          <p:nvPr>
            <p:ph type="title"/>
          </p:nvPr>
        </p:nvSpPr>
        <p:spPr>
          <a:xfrm>
            <a:off x="457200" y="0"/>
            <a:ext cx="3008314" cy="1435100"/>
          </a:xfrm>
          <a:prstGeom prst="rect">
            <a:avLst/>
          </a:prstGeom>
        </p:spPr>
        <p:txBody>
          <a:bodyPr anchor="b"/>
          <a:lstStyle>
            <a:lvl1pPr algn="l">
              <a:defRPr sz="2000" b="1">
                <a:latin typeface="+mn-lt"/>
                <a:ea typeface="+mn-ea"/>
                <a:cs typeface="+mn-cs"/>
                <a:sym typeface="Helvetica"/>
              </a:defRPr>
            </a:lvl1pPr>
          </a:lstStyle>
          <a:p>
            <a:r>
              <a:t>Title Text</a:t>
            </a:r>
          </a:p>
        </p:txBody>
      </p:sp>
      <p:sp>
        <p:nvSpPr>
          <p:cNvPr id="73" name="Shape 73"/>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Picture with Caption">
    <p:spTree>
      <p:nvGrpSpPr>
        <p:cNvPr id="1" name=""/>
        <p:cNvGrpSpPr/>
        <p:nvPr/>
      </p:nvGrpSpPr>
      <p:grpSpPr>
        <a:xfrm>
          <a:off x="0" y="0"/>
          <a:ext cx="0" cy="0"/>
          <a:chOff x="0" y="0"/>
          <a:chExt cx="0" cy="0"/>
        </a:xfrm>
      </p:grpSpPr>
      <p:sp>
        <p:nvSpPr>
          <p:cNvPr id="80" name="Shape 80"/>
          <p:cNvSpPr txBox="1">
            <a:spLocks noGrp="1"/>
          </p:cNvSpPr>
          <p:nvPr>
            <p:ph type="title"/>
          </p:nvPr>
        </p:nvSpPr>
        <p:spPr>
          <a:xfrm>
            <a:off x="1346200" y="4800600"/>
            <a:ext cx="6362700" cy="566738"/>
          </a:xfrm>
          <a:prstGeom prst="rect">
            <a:avLst/>
          </a:prstGeom>
        </p:spPr>
        <p:txBody>
          <a:bodyPr anchor="b"/>
          <a:lstStyle>
            <a:lvl1pPr algn="l">
              <a:defRPr sz="2000" b="1">
                <a:latin typeface="+mn-lt"/>
                <a:ea typeface="+mn-ea"/>
                <a:cs typeface="+mn-cs"/>
                <a:sym typeface="Helvetica"/>
              </a:defRPr>
            </a:lvl1pPr>
          </a:lstStyle>
          <a:p>
            <a:r>
              <a:t>Title Text</a:t>
            </a:r>
          </a:p>
        </p:txBody>
      </p:sp>
      <p:sp>
        <p:nvSpPr>
          <p:cNvPr id="81" name="Shape 81"/>
          <p:cNvSpPr txBox="1">
            <a:spLocks noGrp="1"/>
          </p:cNvSpPr>
          <p:nvPr>
            <p:ph type="body" sz="quarter" idx="1"/>
          </p:nvPr>
        </p:nvSpPr>
        <p:spPr>
          <a:xfrm>
            <a:off x="1346200" y="5367337"/>
            <a:ext cx="6362700" cy="804863"/>
          </a:xfrm>
          <a:prstGeom prst="rect">
            <a:avLst/>
          </a:prstGeom>
        </p:spPr>
        <p:txBody>
          <a:bodyPr/>
          <a:lstStyle>
            <a:lvl1pPr marL="0" indent="0">
              <a:spcBef>
                <a:spcPts val="300"/>
              </a:spcBef>
              <a:buSzTx/>
              <a:buFontTx/>
              <a:buNone/>
              <a:defRPr sz="1400"/>
            </a:lvl1pPr>
            <a:lvl2pPr marL="0" indent="457200">
              <a:spcBef>
                <a:spcPts val="300"/>
              </a:spcBef>
              <a:buSzTx/>
              <a:buFontTx/>
              <a:buNone/>
              <a:defRPr sz="1400"/>
            </a:lvl2pPr>
            <a:lvl3pPr marL="0" indent="914400">
              <a:spcBef>
                <a:spcPts val="300"/>
              </a:spcBef>
              <a:buSzTx/>
              <a:buFontTx/>
              <a:buNone/>
              <a:defRPr sz="1400"/>
            </a:lvl3pPr>
            <a:lvl4pPr marL="0" indent="1371600">
              <a:spcBef>
                <a:spcPts val="300"/>
              </a:spcBef>
              <a:buSzTx/>
              <a:buFontTx/>
              <a:buNone/>
              <a:defRPr sz="1400"/>
            </a:lvl4pPr>
            <a:lvl5pPr marL="0" indent="1828800">
              <a:spcBef>
                <a:spcPts val="300"/>
              </a:spcBef>
              <a:buSzTx/>
              <a:buFontTx/>
              <a:buNone/>
              <a:defRPr sz="1400"/>
            </a:lvl5pPr>
          </a:lstStyle>
          <a:p>
            <a:r>
              <a:t>Body Level One</a:t>
            </a:r>
          </a:p>
          <a:p>
            <a:pPr lvl="1"/>
            <a:r>
              <a:t>Body Level Two</a:t>
            </a:r>
          </a:p>
          <a:p>
            <a:pPr lvl="2"/>
            <a:r>
              <a:t>Body Level Three</a:t>
            </a:r>
          </a:p>
          <a:p>
            <a:pPr lvl="3"/>
            <a:r>
              <a:t>Body Level Four</a:t>
            </a:r>
          </a:p>
          <a:p>
            <a:pPr lvl="4"/>
            <a:r>
              <a:t>Body Level Five</a:t>
            </a:r>
          </a:p>
        </p:txBody>
      </p:sp>
      <p:sp>
        <p:nvSpPr>
          <p:cNvPr id="82" name="Shape 82"/>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Title and Vertical Text">
    <p:spTree>
      <p:nvGrpSpPr>
        <p:cNvPr id="1" name=""/>
        <p:cNvGrpSpPr/>
        <p:nvPr/>
      </p:nvGrpSpPr>
      <p:grpSpPr>
        <a:xfrm>
          <a:off x="0" y="0"/>
          <a:ext cx="0" cy="0"/>
          <a:chOff x="0" y="0"/>
          <a:chExt cx="0" cy="0"/>
        </a:xfrm>
      </p:grpSpPr>
      <p:sp>
        <p:nvSpPr>
          <p:cNvPr id="89" name="Shape 89"/>
          <p:cNvSpPr txBox="1">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90" name="Shape 90"/>
          <p:cNvSpPr txBox="1">
            <a:spLocks noGrp="1"/>
          </p:cNvSpPr>
          <p:nvPr>
            <p:ph type="title"/>
          </p:nvPr>
        </p:nvSpPr>
        <p:spPr>
          <a:prstGeom prst="rect">
            <a:avLst/>
          </a:prstGeom>
        </p:spPr>
        <p:txBody>
          <a:bodyPr/>
          <a:lstStyle/>
          <a:p>
            <a:r>
              <a:t>Title Text</a:t>
            </a:r>
          </a:p>
        </p:txBody>
      </p:sp>
      <p:sp>
        <p:nvSpPr>
          <p:cNvPr id="91" name="Shape 91"/>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Vertical Title and Text">
    <p:spTree>
      <p:nvGrpSpPr>
        <p:cNvPr id="1" name=""/>
        <p:cNvGrpSpPr/>
        <p:nvPr/>
      </p:nvGrpSpPr>
      <p:grpSpPr>
        <a:xfrm>
          <a:off x="0" y="0"/>
          <a:ext cx="0" cy="0"/>
          <a:chOff x="0" y="0"/>
          <a:chExt cx="0" cy="0"/>
        </a:xfrm>
      </p:grpSpPr>
      <p:sp>
        <p:nvSpPr>
          <p:cNvPr id="98" name="Shape 98"/>
          <p:cNvSpPr txBox="1">
            <a:spLocks noGrp="1"/>
          </p:cNvSpPr>
          <p:nvPr>
            <p:ph type="title"/>
          </p:nvPr>
        </p:nvSpPr>
        <p:spPr>
          <a:xfrm>
            <a:off x="6629400" y="0"/>
            <a:ext cx="2057400" cy="6400802"/>
          </a:xfrm>
          <a:prstGeom prst="rect">
            <a:avLst/>
          </a:prstGeom>
        </p:spPr>
        <p:txBody>
          <a:bodyPr/>
          <a:lstStyle/>
          <a:p>
            <a:r>
              <a:t>Title Text</a:t>
            </a:r>
          </a:p>
        </p:txBody>
      </p:sp>
      <p:sp>
        <p:nvSpPr>
          <p:cNvPr id="99" name="Shape 99"/>
          <p:cNvSpPr txBox="1">
            <a:spLocks noGrp="1"/>
          </p:cNvSpPr>
          <p:nvPr>
            <p:ph type="body" idx="1"/>
          </p:nvPr>
        </p:nvSpPr>
        <p:spPr>
          <a:xfrm>
            <a:off x="457200" y="274638"/>
            <a:ext cx="6019800" cy="6583363"/>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100" name="Shape 100"/>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107" name="Shape 107"/>
          <p:cNvSpPr>
            <a:spLocks noGrp="1"/>
          </p:cNvSpPr>
          <p:nvPr>
            <p:ph type="title"/>
          </p:nvPr>
        </p:nvSpPr>
        <p:spPr>
          <a:xfrm>
            <a:off x="669726" y="312539"/>
            <a:ext cx="7804548" cy="1518047"/>
          </a:xfrm>
          <a:prstGeom prst="rect">
            <a:avLst/>
          </a:prstGeom>
          <a:ln w="3175"/>
        </p:spPr>
        <p:txBody>
          <a:bodyPr lIns="35718" tIns="35718" rIns="35718" bIns="35718"/>
          <a:lstStyle>
            <a:lvl1pPr defTabSz="410765">
              <a:defRPr sz="5600">
                <a:solidFill>
                  <a:srgbClr val="000000"/>
                </a:solidFill>
                <a:latin typeface="+mn-lt"/>
                <a:ea typeface="+mn-ea"/>
                <a:cs typeface="+mn-cs"/>
                <a:sym typeface="Helvetica"/>
              </a:defRPr>
            </a:lvl1pPr>
          </a:lstStyle>
          <a:p>
            <a:r>
              <a:t>Title Text</a:t>
            </a:r>
          </a:p>
        </p:txBody>
      </p:sp>
      <p:sp>
        <p:nvSpPr>
          <p:cNvPr id="108" name="Shape 108"/>
          <p:cNvSpPr>
            <a:spLocks noGrp="1"/>
          </p:cNvSpPr>
          <p:nvPr>
            <p:ph type="body" idx="1"/>
          </p:nvPr>
        </p:nvSpPr>
        <p:spPr>
          <a:xfrm>
            <a:off x="669726" y="1830585"/>
            <a:ext cx="7804548" cy="4420197"/>
          </a:xfrm>
          <a:prstGeom prst="rect">
            <a:avLst/>
          </a:prstGeom>
          <a:ln w="3175"/>
        </p:spPr>
        <p:txBody>
          <a:bodyPr lIns="35718" tIns="35718" rIns="35718" bIns="35718" anchor="ctr"/>
          <a:lstStyle>
            <a:lvl1pPr marL="296333" indent="-296333" defTabSz="410765">
              <a:spcBef>
                <a:spcPts val="2900"/>
              </a:spcBef>
              <a:buSzPct val="75000"/>
              <a:buFontTx/>
              <a:defRPr sz="2400">
                <a:solidFill>
                  <a:srgbClr val="000000"/>
                </a:solidFill>
                <a:latin typeface="+mn-lt"/>
                <a:ea typeface="+mn-ea"/>
                <a:cs typeface="+mn-cs"/>
                <a:sym typeface="Helvetica"/>
              </a:defRPr>
            </a:lvl1pPr>
            <a:lvl2pPr marL="740833" indent="-296333" defTabSz="410765">
              <a:spcBef>
                <a:spcPts val="2900"/>
              </a:spcBef>
              <a:buSzPct val="75000"/>
              <a:buFontTx/>
              <a:buChar char="•"/>
              <a:defRPr sz="2400">
                <a:solidFill>
                  <a:srgbClr val="000000"/>
                </a:solidFill>
                <a:latin typeface="+mn-lt"/>
                <a:ea typeface="+mn-ea"/>
                <a:cs typeface="+mn-cs"/>
                <a:sym typeface="Helvetica"/>
              </a:defRPr>
            </a:lvl2pPr>
            <a:lvl3pPr marL="1185333" indent="-296333" defTabSz="410765">
              <a:spcBef>
                <a:spcPts val="2900"/>
              </a:spcBef>
              <a:buSzPct val="75000"/>
              <a:buFontTx/>
              <a:defRPr sz="2400">
                <a:solidFill>
                  <a:srgbClr val="000000"/>
                </a:solidFill>
                <a:latin typeface="+mn-lt"/>
                <a:ea typeface="+mn-ea"/>
                <a:cs typeface="+mn-cs"/>
                <a:sym typeface="Helvetica"/>
              </a:defRPr>
            </a:lvl3pPr>
            <a:lvl4pPr marL="1629833" indent="-296333" defTabSz="410765">
              <a:spcBef>
                <a:spcPts val="2900"/>
              </a:spcBef>
              <a:buSzPct val="75000"/>
              <a:buFontTx/>
              <a:buChar char="•"/>
              <a:defRPr sz="2400">
                <a:solidFill>
                  <a:srgbClr val="000000"/>
                </a:solidFill>
                <a:latin typeface="+mn-lt"/>
                <a:ea typeface="+mn-ea"/>
                <a:cs typeface="+mn-cs"/>
                <a:sym typeface="Helvetica"/>
              </a:defRPr>
            </a:lvl4pPr>
            <a:lvl5pPr marL="2074333" indent="-296333" defTabSz="410765">
              <a:spcBef>
                <a:spcPts val="2900"/>
              </a:spcBef>
              <a:buSzPct val="75000"/>
              <a:buFontTx/>
              <a:buChar char="•"/>
              <a:defRPr sz="2400">
                <a:solidFill>
                  <a:srgbClr val="000000"/>
                </a:solidFill>
                <a:latin typeface="+mn-lt"/>
                <a:ea typeface="+mn-ea"/>
                <a:cs typeface="+mn-cs"/>
                <a:sym typeface="Helvetica"/>
              </a:defRPr>
            </a:lvl5pPr>
          </a:lstStyle>
          <a:p>
            <a:r>
              <a:t>Body Level One</a:t>
            </a:r>
          </a:p>
          <a:p>
            <a:pPr lvl="1"/>
            <a:r>
              <a:t>Body Level Two</a:t>
            </a:r>
          </a:p>
          <a:p>
            <a:pPr lvl="2"/>
            <a:r>
              <a:t>Body Level Three</a:t>
            </a:r>
          </a:p>
          <a:p>
            <a:pPr lvl="3"/>
            <a:r>
              <a:t>Body Level Four</a:t>
            </a:r>
          </a:p>
          <a:p>
            <a:pPr lvl="4"/>
            <a:r>
              <a:t>Body Level Five</a:t>
            </a:r>
          </a:p>
        </p:txBody>
      </p:sp>
      <p:sp>
        <p:nvSpPr>
          <p:cNvPr id="109" name="Shape 109"/>
          <p:cNvSpPr/>
          <p:nvPr/>
        </p:nvSpPr>
        <p:spPr>
          <a:xfrm>
            <a:off x="8195691" y="6566792"/>
            <a:ext cx="914352" cy="19843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35718" tIns="35718" rIns="35718" bIns="35718" anchor="ctr">
            <a:spAutoFit/>
          </a:bodyPr>
          <a:lstStyle>
            <a:lvl1pPr algn="ctr" defTabSz="410765">
              <a:defRPr sz="800">
                <a:latin typeface="+mn-lt"/>
                <a:ea typeface="+mn-ea"/>
                <a:cs typeface="+mn-cs"/>
                <a:sym typeface="Helvetica"/>
              </a:defRPr>
            </a:lvl1pPr>
          </a:lstStyle>
          <a:p>
            <a:r>
              <a:t>(Goodfellow 2016)</a:t>
            </a:r>
          </a:p>
        </p:txBody>
      </p:sp>
      <p:sp>
        <p:nvSpPr>
          <p:cNvPr id="110" name="Shape 110"/>
          <p:cNvSpPr>
            <a:spLocks noGrp="1"/>
          </p:cNvSpPr>
          <p:nvPr>
            <p:ph type="sldNum" sz="quarter" idx="2"/>
          </p:nvPr>
        </p:nvSpPr>
        <p:spPr>
          <a:xfrm>
            <a:off x="4440732" y="6505277"/>
            <a:ext cx="253607" cy="249238"/>
          </a:xfrm>
          <a:prstGeom prst="rect">
            <a:avLst/>
          </a:prstGeom>
          <a:ln w="3175"/>
        </p:spPr>
        <p:txBody>
          <a:bodyPr wrap="none" lIns="35718" tIns="35718" rIns="35718" bIns="35718" anchor="t"/>
          <a:lstStyle>
            <a:lvl1pPr algn="ctr" defTabSz="410765">
              <a:defRPr>
                <a:solidFill>
                  <a:srgbClr val="000000"/>
                </a:solidFill>
                <a:latin typeface="Helvetica Light"/>
                <a:ea typeface="Helvetica Light"/>
                <a:cs typeface="Helvetica Light"/>
                <a:sym typeface="Helvetica Light"/>
              </a:defRPr>
            </a:lvl1pPr>
          </a:lstStyle>
          <a:p>
            <a:fld id="{86CB4B4D-7CA3-9044-876B-883B54F8677D}" type="slidenum">
              <a:t>‹#›</a:t>
            </a:fld>
            <a:endParaRPr/>
          </a:p>
        </p:txBody>
      </p:sp>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117" name="Shape 117"/>
          <p:cNvSpPr>
            <a:spLocks noGrp="1"/>
          </p:cNvSpPr>
          <p:nvPr>
            <p:ph type="title"/>
          </p:nvPr>
        </p:nvSpPr>
        <p:spPr>
          <a:xfrm>
            <a:off x="669726" y="312539"/>
            <a:ext cx="7804548" cy="1518047"/>
          </a:xfrm>
          <a:prstGeom prst="rect">
            <a:avLst/>
          </a:prstGeom>
          <a:ln w="3175"/>
        </p:spPr>
        <p:txBody>
          <a:bodyPr lIns="35718" tIns="35718" rIns="35718" bIns="35718"/>
          <a:lstStyle>
            <a:lvl1pPr defTabSz="410765">
              <a:defRPr sz="5600">
                <a:solidFill>
                  <a:srgbClr val="000000"/>
                </a:solidFill>
                <a:latin typeface="+mn-lt"/>
                <a:ea typeface="+mn-ea"/>
                <a:cs typeface="+mn-cs"/>
                <a:sym typeface="Helvetica"/>
              </a:defRPr>
            </a:lvl1pPr>
          </a:lstStyle>
          <a:p>
            <a:r>
              <a:t>Title Text</a:t>
            </a:r>
          </a:p>
        </p:txBody>
      </p:sp>
      <p:sp>
        <p:nvSpPr>
          <p:cNvPr id="118" name="Shape 118"/>
          <p:cNvSpPr>
            <a:spLocks noGrp="1"/>
          </p:cNvSpPr>
          <p:nvPr>
            <p:ph type="body" idx="1"/>
          </p:nvPr>
        </p:nvSpPr>
        <p:spPr>
          <a:xfrm>
            <a:off x="669726" y="1830585"/>
            <a:ext cx="7804548" cy="4420197"/>
          </a:xfrm>
          <a:prstGeom prst="rect">
            <a:avLst/>
          </a:prstGeom>
          <a:ln w="3175"/>
        </p:spPr>
        <p:txBody>
          <a:bodyPr lIns="35718" tIns="35718" rIns="35718" bIns="35718" anchor="ctr"/>
          <a:lstStyle>
            <a:lvl1pPr marL="296333" indent="-296333" defTabSz="410765">
              <a:spcBef>
                <a:spcPts val="2900"/>
              </a:spcBef>
              <a:buSzPct val="75000"/>
              <a:buFontTx/>
              <a:defRPr sz="2400">
                <a:solidFill>
                  <a:srgbClr val="000000"/>
                </a:solidFill>
                <a:latin typeface="+mn-lt"/>
                <a:ea typeface="+mn-ea"/>
                <a:cs typeface="+mn-cs"/>
                <a:sym typeface="Helvetica"/>
              </a:defRPr>
            </a:lvl1pPr>
            <a:lvl2pPr marL="740833" indent="-296333" defTabSz="410765">
              <a:spcBef>
                <a:spcPts val="2900"/>
              </a:spcBef>
              <a:buSzPct val="75000"/>
              <a:buFontTx/>
              <a:buChar char="•"/>
              <a:defRPr sz="2400">
                <a:solidFill>
                  <a:srgbClr val="000000"/>
                </a:solidFill>
                <a:latin typeface="+mn-lt"/>
                <a:ea typeface="+mn-ea"/>
                <a:cs typeface="+mn-cs"/>
                <a:sym typeface="Helvetica"/>
              </a:defRPr>
            </a:lvl2pPr>
            <a:lvl3pPr marL="1185333" indent="-296333" defTabSz="410765">
              <a:spcBef>
                <a:spcPts val="2900"/>
              </a:spcBef>
              <a:buSzPct val="75000"/>
              <a:buFontTx/>
              <a:defRPr sz="2400">
                <a:solidFill>
                  <a:srgbClr val="000000"/>
                </a:solidFill>
                <a:latin typeface="+mn-lt"/>
                <a:ea typeface="+mn-ea"/>
                <a:cs typeface="+mn-cs"/>
                <a:sym typeface="Helvetica"/>
              </a:defRPr>
            </a:lvl3pPr>
            <a:lvl4pPr marL="1629833" indent="-296333" defTabSz="410765">
              <a:spcBef>
                <a:spcPts val="2900"/>
              </a:spcBef>
              <a:buSzPct val="75000"/>
              <a:buFontTx/>
              <a:buChar char="•"/>
              <a:defRPr sz="2400">
                <a:solidFill>
                  <a:srgbClr val="000000"/>
                </a:solidFill>
                <a:latin typeface="+mn-lt"/>
                <a:ea typeface="+mn-ea"/>
                <a:cs typeface="+mn-cs"/>
                <a:sym typeface="Helvetica"/>
              </a:defRPr>
            </a:lvl4pPr>
            <a:lvl5pPr marL="2074333" indent="-296333" defTabSz="410765">
              <a:spcBef>
                <a:spcPts val="2900"/>
              </a:spcBef>
              <a:buSzPct val="75000"/>
              <a:buFontTx/>
              <a:buChar char="•"/>
              <a:defRPr sz="2400">
                <a:solidFill>
                  <a:srgbClr val="000000"/>
                </a:solidFill>
                <a:latin typeface="+mn-lt"/>
                <a:ea typeface="+mn-ea"/>
                <a:cs typeface="+mn-cs"/>
                <a:sym typeface="Helvetica"/>
              </a:defRPr>
            </a:lvl5pPr>
          </a:lstStyle>
          <a:p>
            <a:r>
              <a:t>Body Level One</a:t>
            </a:r>
          </a:p>
          <a:p>
            <a:pPr lvl="1"/>
            <a:r>
              <a:t>Body Level Two</a:t>
            </a:r>
          </a:p>
          <a:p>
            <a:pPr lvl="2"/>
            <a:r>
              <a:t>Body Level Three</a:t>
            </a:r>
          </a:p>
          <a:p>
            <a:pPr lvl="3"/>
            <a:r>
              <a:t>Body Level Four</a:t>
            </a:r>
          </a:p>
          <a:p>
            <a:pPr lvl="4"/>
            <a:r>
              <a:t>Body Level Five</a:t>
            </a:r>
          </a:p>
        </p:txBody>
      </p:sp>
      <p:sp>
        <p:nvSpPr>
          <p:cNvPr id="119" name="Shape 119"/>
          <p:cNvSpPr/>
          <p:nvPr/>
        </p:nvSpPr>
        <p:spPr>
          <a:xfrm>
            <a:off x="8195691" y="6566792"/>
            <a:ext cx="914352" cy="198439"/>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35718" tIns="35718" rIns="35718" bIns="35718" anchor="ctr">
            <a:spAutoFit/>
          </a:bodyPr>
          <a:lstStyle>
            <a:lvl1pPr algn="ctr" defTabSz="410765">
              <a:defRPr sz="800">
                <a:latin typeface="+mn-lt"/>
                <a:ea typeface="+mn-ea"/>
                <a:cs typeface="+mn-cs"/>
                <a:sym typeface="Helvetica"/>
              </a:defRPr>
            </a:lvl1pPr>
          </a:lstStyle>
          <a:p>
            <a:r>
              <a:t>(Goodfellow 2017)</a:t>
            </a:r>
          </a:p>
        </p:txBody>
      </p:sp>
      <p:sp>
        <p:nvSpPr>
          <p:cNvPr id="120" name="Shape 120"/>
          <p:cNvSpPr>
            <a:spLocks noGrp="1"/>
          </p:cNvSpPr>
          <p:nvPr>
            <p:ph type="sldNum" sz="quarter" idx="2"/>
          </p:nvPr>
        </p:nvSpPr>
        <p:spPr>
          <a:xfrm>
            <a:off x="4440732" y="6505277"/>
            <a:ext cx="253607" cy="249238"/>
          </a:xfrm>
          <a:prstGeom prst="rect">
            <a:avLst/>
          </a:prstGeom>
          <a:ln w="3175"/>
        </p:spPr>
        <p:txBody>
          <a:bodyPr wrap="none" lIns="35718" tIns="35718" rIns="35718" bIns="35718" anchor="t"/>
          <a:lstStyle>
            <a:lvl1pPr algn="ctr" defTabSz="410765">
              <a:defRPr>
                <a:solidFill>
                  <a:srgbClr val="000000"/>
                </a:solidFill>
                <a:latin typeface="Helvetica Light"/>
                <a:ea typeface="Helvetica Light"/>
                <a:cs typeface="Helvetica Light"/>
                <a:sym typeface="Helvetica Light"/>
              </a:defRPr>
            </a:lvl1p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2"/>
          <p:cNvSpPr txBox="1">
            <a:spLocks noGrp="1"/>
          </p:cNvSpPr>
          <p:nvPr>
            <p:ph type="body" idx="1"/>
          </p:nvPr>
        </p:nvSpPr>
        <p:spPr>
          <a:xfrm>
            <a:off x="457200" y="1600200"/>
            <a:ext cx="8229600" cy="52578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ormAutofit/>
          </a:bodyPr>
          <a:lstStyle/>
          <a:p>
            <a:r>
              <a:t>Body Level One</a:t>
            </a:r>
          </a:p>
          <a:p>
            <a:pPr lvl="1"/>
            <a:r>
              <a:t>Body Level Two</a:t>
            </a:r>
          </a:p>
          <a:p>
            <a:pPr lvl="2"/>
            <a:r>
              <a:t>Body Level Three</a:t>
            </a:r>
          </a:p>
          <a:p>
            <a:pPr lvl="3"/>
            <a:r>
              <a:t>Body Level Four</a:t>
            </a:r>
          </a:p>
          <a:p>
            <a:pPr lvl="4"/>
            <a:r>
              <a:t>Body Level Five</a:t>
            </a:r>
          </a:p>
        </p:txBody>
      </p:sp>
      <p:sp>
        <p:nvSpPr>
          <p:cNvPr id="3" name="Shape 3"/>
          <p:cNvSpPr txBox="1">
            <a:spLocks noGrp="1"/>
          </p:cNvSpPr>
          <p:nvPr>
            <p:ph type="title"/>
          </p:nvPr>
        </p:nvSpPr>
        <p:spPr>
          <a:xfrm>
            <a:off x="457200" y="92076"/>
            <a:ext cx="8229600" cy="150812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normAutofit/>
          </a:bodyPr>
          <a:lstStyle/>
          <a:p>
            <a:r>
              <a:t>Title Text</a:t>
            </a:r>
          </a:p>
        </p:txBody>
      </p:sp>
      <p:sp>
        <p:nvSpPr>
          <p:cNvPr id="4" name="Shape 4"/>
          <p:cNvSpPr txBox="1">
            <a:spLocks noGrp="1"/>
          </p:cNvSpPr>
          <p:nvPr>
            <p:ph type="sldNum" sz="quarter" idx="2"/>
          </p:nvPr>
        </p:nvSpPr>
        <p:spPr>
          <a:xfrm>
            <a:off x="6553200" y="6414760"/>
            <a:ext cx="2133600" cy="248305"/>
          </a:xfrm>
          <a:prstGeom prst="rect">
            <a:avLst/>
          </a:prstGeom>
          <a:ln w="12700">
            <a:miter lim="400000"/>
          </a:ln>
        </p:spPr>
        <p:txBody>
          <a:bodyPr lIns="45719" rIns="45719" anchor="ctr">
            <a:spAutoFit/>
          </a:bodyPr>
          <a:lstStyle>
            <a:lvl1pPr algn="r">
              <a:defRPr sz="1200">
                <a:solidFill>
                  <a:srgbClr val="888888"/>
                </a:solidFill>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ransition spd="med"/>
  <p:txStyles>
    <p:titleStyle>
      <a:lvl1pPr marL="0" marR="0" indent="0" algn="ctr" defTabSz="457200" rtl="0" latinLnBrk="0">
        <a:lnSpc>
          <a:spcPct val="100000"/>
        </a:lnSpc>
        <a:spcBef>
          <a:spcPts val="0"/>
        </a:spcBef>
        <a:spcAft>
          <a:spcPts val="0"/>
        </a:spcAft>
        <a:buClrTx/>
        <a:buSzTx/>
        <a:buFontTx/>
        <a:buNone/>
        <a:tabLst/>
        <a:defRPr sz="4400" b="0" i="0" u="none" strike="noStrike" cap="none" spc="0" baseline="0">
          <a:solidFill>
            <a:srgbClr val="2B53A8"/>
          </a:solidFill>
          <a:uFillTx/>
          <a:latin typeface="Calibri"/>
          <a:ea typeface="Calibri"/>
          <a:cs typeface="Calibri"/>
          <a:sym typeface="Calibri"/>
        </a:defRPr>
      </a:lvl1pPr>
      <a:lvl2pPr marL="0" marR="0" indent="0" algn="ctr" defTabSz="457200" rtl="0" latinLnBrk="0">
        <a:lnSpc>
          <a:spcPct val="100000"/>
        </a:lnSpc>
        <a:spcBef>
          <a:spcPts val="0"/>
        </a:spcBef>
        <a:spcAft>
          <a:spcPts val="0"/>
        </a:spcAft>
        <a:buClrTx/>
        <a:buSzTx/>
        <a:buFontTx/>
        <a:buNone/>
        <a:tabLst/>
        <a:defRPr sz="4400" b="0" i="0" u="none" strike="noStrike" cap="none" spc="0" baseline="0">
          <a:solidFill>
            <a:srgbClr val="2B53A8"/>
          </a:solidFill>
          <a:uFillTx/>
          <a:latin typeface="Calibri"/>
          <a:ea typeface="Calibri"/>
          <a:cs typeface="Calibri"/>
          <a:sym typeface="Calibri"/>
        </a:defRPr>
      </a:lvl2pPr>
      <a:lvl3pPr marL="0" marR="0" indent="0" algn="ctr" defTabSz="457200" rtl="0" latinLnBrk="0">
        <a:lnSpc>
          <a:spcPct val="100000"/>
        </a:lnSpc>
        <a:spcBef>
          <a:spcPts val="0"/>
        </a:spcBef>
        <a:spcAft>
          <a:spcPts val="0"/>
        </a:spcAft>
        <a:buClrTx/>
        <a:buSzTx/>
        <a:buFontTx/>
        <a:buNone/>
        <a:tabLst/>
        <a:defRPr sz="4400" b="0" i="0" u="none" strike="noStrike" cap="none" spc="0" baseline="0">
          <a:solidFill>
            <a:srgbClr val="2B53A8"/>
          </a:solidFill>
          <a:uFillTx/>
          <a:latin typeface="Calibri"/>
          <a:ea typeface="Calibri"/>
          <a:cs typeface="Calibri"/>
          <a:sym typeface="Calibri"/>
        </a:defRPr>
      </a:lvl3pPr>
      <a:lvl4pPr marL="0" marR="0" indent="0" algn="ctr" defTabSz="457200" rtl="0" latinLnBrk="0">
        <a:lnSpc>
          <a:spcPct val="100000"/>
        </a:lnSpc>
        <a:spcBef>
          <a:spcPts val="0"/>
        </a:spcBef>
        <a:spcAft>
          <a:spcPts val="0"/>
        </a:spcAft>
        <a:buClrTx/>
        <a:buSzTx/>
        <a:buFontTx/>
        <a:buNone/>
        <a:tabLst/>
        <a:defRPr sz="4400" b="0" i="0" u="none" strike="noStrike" cap="none" spc="0" baseline="0">
          <a:solidFill>
            <a:srgbClr val="2B53A8"/>
          </a:solidFill>
          <a:uFillTx/>
          <a:latin typeface="Calibri"/>
          <a:ea typeface="Calibri"/>
          <a:cs typeface="Calibri"/>
          <a:sym typeface="Calibri"/>
        </a:defRPr>
      </a:lvl4pPr>
      <a:lvl5pPr marL="0" marR="0" indent="0" algn="ctr" defTabSz="457200" rtl="0" latinLnBrk="0">
        <a:lnSpc>
          <a:spcPct val="100000"/>
        </a:lnSpc>
        <a:spcBef>
          <a:spcPts val="0"/>
        </a:spcBef>
        <a:spcAft>
          <a:spcPts val="0"/>
        </a:spcAft>
        <a:buClrTx/>
        <a:buSzTx/>
        <a:buFontTx/>
        <a:buNone/>
        <a:tabLst/>
        <a:defRPr sz="4400" b="0" i="0" u="none" strike="noStrike" cap="none" spc="0" baseline="0">
          <a:solidFill>
            <a:srgbClr val="2B53A8"/>
          </a:solidFill>
          <a:uFillTx/>
          <a:latin typeface="Calibri"/>
          <a:ea typeface="Calibri"/>
          <a:cs typeface="Calibri"/>
          <a:sym typeface="Calibri"/>
        </a:defRPr>
      </a:lvl5pPr>
      <a:lvl6pPr marL="0" marR="0" indent="0" algn="ctr" defTabSz="457200" rtl="0" latinLnBrk="0">
        <a:lnSpc>
          <a:spcPct val="100000"/>
        </a:lnSpc>
        <a:spcBef>
          <a:spcPts val="0"/>
        </a:spcBef>
        <a:spcAft>
          <a:spcPts val="0"/>
        </a:spcAft>
        <a:buClrTx/>
        <a:buSzTx/>
        <a:buFontTx/>
        <a:buNone/>
        <a:tabLst/>
        <a:defRPr sz="4400" b="0" i="0" u="none" strike="noStrike" cap="none" spc="0" baseline="0">
          <a:solidFill>
            <a:srgbClr val="2B53A8"/>
          </a:solidFill>
          <a:uFillTx/>
          <a:latin typeface="Calibri"/>
          <a:ea typeface="Calibri"/>
          <a:cs typeface="Calibri"/>
          <a:sym typeface="Calibri"/>
        </a:defRPr>
      </a:lvl6pPr>
      <a:lvl7pPr marL="0" marR="0" indent="0" algn="ctr" defTabSz="457200" rtl="0" latinLnBrk="0">
        <a:lnSpc>
          <a:spcPct val="100000"/>
        </a:lnSpc>
        <a:spcBef>
          <a:spcPts val="0"/>
        </a:spcBef>
        <a:spcAft>
          <a:spcPts val="0"/>
        </a:spcAft>
        <a:buClrTx/>
        <a:buSzTx/>
        <a:buFontTx/>
        <a:buNone/>
        <a:tabLst/>
        <a:defRPr sz="4400" b="0" i="0" u="none" strike="noStrike" cap="none" spc="0" baseline="0">
          <a:solidFill>
            <a:srgbClr val="2B53A8"/>
          </a:solidFill>
          <a:uFillTx/>
          <a:latin typeface="Calibri"/>
          <a:ea typeface="Calibri"/>
          <a:cs typeface="Calibri"/>
          <a:sym typeface="Calibri"/>
        </a:defRPr>
      </a:lvl7pPr>
      <a:lvl8pPr marL="0" marR="0" indent="0" algn="ctr" defTabSz="457200" rtl="0" latinLnBrk="0">
        <a:lnSpc>
          <a:spcPct val="100000"/>
        </a:lnSpc>
        <a:spcBef>
          <a:spcPts val="0"/>
        </a:spcBef>
        <a:spcAft>
          <a:spcPts val="0"/>
        </a:spcAft>
        <a:buClrTx/>
        <a:buSzTx/>
        <a:buFontTx/>
        <a:buNone/>
        <a:tabLst/>
        <a:defRPr sz="4400" b="0" i="0" u="none" strike="noStrike" cap="none" spc="0" baseline="0">
          <a:solidFill>
            <a:srgbClr val="2B53A8"/>
          </a:solidFill>
          <a:uFillTx/>
          <a:latin typeface="Calibri"/>
          <a:ea typeface="Calibri"/>
          <a:cs typeface="Calibri"/>
          <a:sym typeface="Calibri"/>
        </a:defRPr>
      </a:lvl8pPr>
      <a:lvl9pPr marL="0" marR="0" indent="0" algn="ctr" defTabSz="457200" rtl="0" latinLnBrk="0">
        <a:lnSpc>
          <a:spcPct val="100000"/>
        </a:lnSpc>
        <a:spcBef>
          <a:spcPts val="0"/>
        </a:spcBef>
        <a:spcAft>
          <a:spcPts val="0"/>
        </a:spcAft>
        <a:buClrTx/>
        <a:buSzTx/>
        <a:buFontTx/>
        <a:buNone/>
        <a:tabLst/>
        <a:defRPr sz="4400" b="0" i="0" u="none" strike="noStrike" cap="none" spc="0" baseline="0">
          <a:solidFill>
            <a:srgbClr val="2B53A8"/>
          </a:solidFill>
          <a:uFillTx/>
          <a:latin typeface="Calibri"/>
          <a:ea typeface="Calibri"/>
          <a:cs typeface="Calibri"/>
          <a:sym typeface="Calibri"/>
        </a:defRPr>
      </a:lvl9pPr>
    </p:titleStyle>
    <p:bodyStyle>
      <a:lvl1pPr marL="321468" marR="0" indent="-321468" algn="l" defTabSz="457200" rtl="0" latinLnBrk="0">
        <a:lnSpc>
          <a:spcPct val="100000"/>
        </a:lnSpc>
        <a:spcBef>
          <a:spcPts val="700"/>
        </a:spcBef>
        <a:spcAft>
          <a:spcPts val="0"/>
        </a:spcAft>
        <a:buClrTx/>
        <a:buSzPct val="100000"/>
        <a:buFont typeface="Arial"/>
        <a:buChar char="•"/>
        <a:tabLst/>
        <a:defRPr sz="3000" b="0" i="0" u="none" strike="noStrike" cap="none" spc="0" baseline="0">
          <a:solidFill>
            <a:srgbClr val="404040"/>
          </a:solidFill>
          <a:uFillTx/>
          <a:latin typeface="Calibri"/>
          <a:ea typeface="Calibri"/>
          <a:cs typeface="Calibri"/>
          <a:sym typeface="Calibri"/>
        </a:defRPr>
      </a:lvl1pPr>
      <a:lvl2pPr marL="763360" marR="0" indent="-306160" algn="l" defTabSz="457200" rtl="0" latinLnBrk="0">
        <a:lnSpc>
          <a:spcPct val="100000"/>
        </a:lnSpc>
        <a:spcBef>
          <a:spcPts val="700"/>
        </a:spcBef>
        <a:spcAft>
          <a:spcPts val="0"/>
        </a:spcAft>
        <a:buClrTx/>
        <a:buSzPct val="100000"/>
        <a:buFont typeface="Arial"/>
        <a:buChar char="–"/>
        <a:tabLst/>
        <a:defRPr sz="3000" b="0" i="0" u="none" strike="noStrike" cap="none" spc="0" baseline="0">
          <a:solidFill>
            <a:srgbClr val="404040"/>
          </a:solidFill>
          <a:uFillTx/>
          <a:latin typeface="Calibri"/>
          <a:ea typeface="Calibri"/>
          <a:cs typeface="Calibri"/>
          <a:sym typeface="Calibri"/>
        </a:defRPr>
      </a:lvl2pPr>
      <a:lvl3pPr marL="1200150" marR="0" indent="-285750" algn="l" defTabSz="457200" rtl="0" latinLnBrk="0">
        <a:lnSpc>
          <a:spcPct val="100000"/>
        </a:lnSpc>
        <a:spcBef>
          <a:spcPts val="700"/>
        </a:spcBef>
        <a:spcAft>
          <a:spcPts val="0"/>
        </a:spcAft>
        <a:buClrTx/>
        <a:buSzPct val="100000"/>
        <a:buFont typeface="Arial"/>
        <a:buChar char="•"/>
        <a:tabLst/>
        <a:defRPr sz="3000" b="0" i="0" u="none" strike="noStrike" cap="none" spc="0" baseline="0">
          <a:solidFill>
            <a:srgbClr val="404040"/>
          </a:solidFill>
          <a:uFillTx/>
          <a:latin typeface="Calibri"/>
          <a:ea typeface="Calibri"/>
          <a:cs typeface="Calibri"/>
          <a:sym typeface="Calibri"/>
        </a:defRPr>
      </a:lvl3pPr>
      <a:lvl4pPr marL="1714500" marR="0" indent="-342900" algn="l" defTabSz="457200" rtl="0" latinLnBrk="0">
        <a:lnSpc>
          <a:spcPct val="100000"/>
        </a:lnSpc>
        <a:spcBef>
          <a:spcPts val="700"/>
        </a:spcBef>
        <a:spcAft>
          <a:spcPts val="0"/>
        </a:spcAft>
        <a:buClrTx/>
        <a:buSzPct val="100000"/>
        <a:buFont typeface="Arial"/>
        <a:buChar char="–"/>
        <a:tabLst/>
        <a:defRPr sz="3000" b="0" i="0" u="none" strike="noStrike" cap="none" spc="0" baseline="0">
          <a:solidFill>
            <a:srgbClr val="404040"/>
          </a:solidFill>
          <a:uFillTx/>
          <a:latin typeface="Calibri"/>
          <a:ea typeface="Calibri"/>
          <a:cs typeface="Calibri"/>
          <a:sym typeface="Calibri"/>
        </a:defRPr>
      </a:lvl4pPr>
      <a:lvl5pPr marL="2171700" marR="0" indent="-342900" algn="l" defTabSz="457200" rtl="0" latinLnBrk="0">
        <a:lnSpc>
          <a:spcPct val="100000"/>
        </a:lnSpc>
        <a:spcBef>
          <a:spcPts val="700"/>
        </a:spcBef>
        <a:spcAft>
          <a:spcPts val="0"/>
        </a:spcAft>
        <a:buClrTx/>
        <a:buSzPct val="100000"/>
        <a:buFont typeface="Arial"/>
        <a:buChar char="»"/>
        <a:tabLst/>
        <a:defRPr sz="3000" b="0" i="0" u="none" strike="noStrike" cap="none" spc="0" baseline="0">
          <a:solidFill>
            <a:srgbClr val="404040"/>
          </a:solidFill>
          <a:uFillTx/>
          <a:latin typeface="Calibri"/>
          <a:ea typeface="Calibri"/>
          <a:cs typeface="Calibri"/>
          <a:sym typeface="Calibri"/>
        </a:defRPr>
      </a:lvl5pPr>
      <a:lvl6pPr marL="2628900" marR="0" indent="-342900" algn="l" defTabSz="457200" rtl="0" latinLnBrk="0">
        <a:lnSpc>
          <a:spcPct val="100000"/>
        </a:lnSpc>
        <a:spcBef>
          <a:spcPts val="700"/>
        </a:spcBef>
        <a:spcAft>
          <a:spcPts val="0"/>
        </a:spcAft>
        <a:buClrTx/>
        <a:buSzPct val="100000"/>
        <a:buFont typeface="Arial"/>
        <a:buChar char="•"/>
        <a:tabLst/>
        <a:defRPr sz="3000" b="0" i="0" u="none" strike="noStrike" cap="none" spc="0" baseline="0">
          <a:solidFill>
            <a:srgbClr val="404040"/>
          </a:solidFill>
          <a:uFillTx/>
          <a:latin typeface="Calibri"/>
          <a:ea typeface="Calibri"/>
          <a:cs typeface="Calibri"/>
          <a:sym typeface="Calibri"/>
        </a:defRPr>
      </a:lvl6pPr>
      <a:lvl7pPr marL="3086100" marR="0" indent="-342900" algn="l" defTabSz="457200" rtl="0" latinLnBrk="0">
        <a:lnSpc>
          <a:spcPct val="100000"/>
        </a:lnSpc>
        <a:spcBef>
          <a:spcPts val="700"/>
        </a:spcBef>
        <a:spcAft>
          <a:spcPts val="0"/>
        </a:spcAft>
        <a:buClrTx/>
        <a:buSzPct val="100000"/>
        <a:buFont typeface="Arial"/>
        <a:buChar char="•"/>
        <a:tabLst/>
        <a:defRPr sz="3000" b="0" i="0" u="none" strike="noStrike" cap="none" spc="0" baseline="0">
          <a:solidFill>
            <a:srgbClr val="404040"/>
          </a:solidFill>
          <a:uFillTx/>
          <a:latin typeface="Calibri"/>
          <a:ea typeface="Calibri"/>
          <a:cs typeface="Calibri"/>
          <a:sym typeface="Calibri"/>
        </a:defRPr>
      </a:lvl7pPr>
      <a:lvl8pPr marL="3543300" marR="0" indent="-342900" algn="l" defTabSz="457200" rtl="0" latinLnBrk="0">
        <a:lnSpc>
          <a:spcPct val="100000"/>
        </a:lnSpc>
        <a:spcBef>
          <a:spcPts val="700"/>
        </a:spcBef>
        <a:spcAft>
          <a:spcPts val="0"/>
        </a:spcAft>
        <a:buClrTx/>
        <a:buSzPct val="100000"/>
        <a:buFont typeface="Arial"/>
        <a:buChar char="•"/>
        <a:tabLst/>
        <a:defRPr sz="3000" b="0" i="0" u="none" strike="noStrike" cap="none" spc="0" baseline="0">
          <a:solidFill>
            <a:srgbClr val="404040"/>
          </a:solidFill>
          <a:uFillTx/>
          <a:latin typeface="Calibri"/>
          <a:ea typeface="Calibri"/>
          <a:cs typeface="Calibri"/>
          <a:sym typeface="Calibri"/>
        </a:defRPr>
      </a:lvl8pPr>
      <a:lvl9pPr marL="4000500" marR="0" indent="-342900" algn="l" defTabSz="457200" rtl="0" latinLnBrk="0">
        <a:lnSpc>
          <a:spcPct val="100000"/>
        </a:lnSpc>
        <a:spcBef>
          <a:spcPts val="700"/>
        </a:spcBef>
        <a:spcAft>
          <a:spcPts val="0"/>
        </a:spcAft>
        <a:buClrTx/>
        <a:buSzPct val="100000"/>
        <a:buFont typeface="Arial"/>
        <a:buChar char="•"/>
        <a:tabLst/>
        <a:defRPr sz="3000" b="0" i="0" u="none" strike="noStrike" cap="none" spc="0" baseline="0">
          <a:solidFill>
            <a:srgbClr val="404040"/>
          </a:solidFill>
          <a:uFillTx/>
          <a:latin typeface="Calibri"/>
          <a:ea typeface="Calibri"/>
          <a:cs typeface="Calibri"/>
          <a:sym typeface="Calibri"/>
        </a:defRPr>
      </a:lvl9pPr>
    </p:bodyStyle>
    <p:otherStyle>
      <a:lvl1pPr marL="0" marR="0" indent="0" algn="r" defTabSz="4572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1pPr>
      <a:lvl2pPr marL="0" marR="0" indent="457200" algn="r" defTabSz="4572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2pPr>
      <a:lvl3pPr marL="0" marR="0" indent="914400" algn="r" defTabSz="4572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3pPr>
      <a:lvl4pPr marL="0" marR="0" indent="1371600" algn="r" defTabSz="4572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4pPr>
      <a:lvl5pPr marL="0" marR="0" indent="1828800" algn="r" defTabSz="4572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5pPr>
      <a:lvl6pPr marL="0" marR="0" indent="2286000" algn="r" defTabSz="4572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6pPr>
      <a:lvl7pPr marL="0" marR="0" indent="2743200" algn="r" defTabSz="4572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7pPr>
      <a:lvl8pPr marL="0" marR="0" indent="3200400" algn="r" defTabSz="4572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8pPr>
      <a:lvl9pPr marL="0" marR="0" indent="3657600" algn="r" defTabSz="4572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www.deeplearningbook.org/lecture_slides.html"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hyperlink" Target="http://xkcd.com"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122.png"/><Relationship Id="rId3" Type="http://schemas.openxmlformats.org/officeDocument/2006/relationships/customXml" Target="../ink/ink1.xml"/><Relationship Id="rId7" Type="http://schemas.openxmlformats.org/officeDocument/2006/relationships/customXml" Target="../ink/ink2.xml"/><Relationship Id="rId2"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image" Target="../media/image1110.png"/></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1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image" Target="../media/image26.png"/></Relationships>
</file>

<file path=ppt/slides/_rels/slide1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30.png"/><Relationship Id="rId4" Type="http://schemas.openxmlformats.org/officeDocument/2006/relationships/image" Target="../media/image29.png"/></Relationships>
</file>

<file path=ppt/slides/_rels/slide1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2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2.png"/><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3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 Id="rId5" Type="http://schemas.openxmlformats.org/officeDocument/2006/relationships/image" Target="../media/image44.png"/><Relationship Id="rId4" Type="http://schemas.openxmlformats.org/officeDocument/2006/relationships/image" Target="../media/image43.png"/></Relationships>
</file>

<file path=ppt/slides/_rels/slide32.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2.xml"/><Relationship Id="rId4" Type="http://schemas.openxmlformats.org/officeDocument/2006/relationships/image" Target="../media/image51.png"/></Relationships>
</file>

<file path=ppt/slides/_rels/slide36.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2.xml"/><Relationship Id="rId4" Type="http://schemas.openxmlformats.org/officeDocument/2006/relationships/image" Target="../media/image54.png"/></Relationships>
</file>

<file path=ppt/slides/_rels/slide37.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63.png"/><Relationship Id="rId4" Type="http://schemas.openxmlformats.org/officeDocument/2006/relationships/image" Target="../media/image62.png"/></Relationships>
</file>

<file path=ppt/slides/_rels/slide42.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2.xml"/><Relationship Id="rId4" Type="http://schemas.openxmlformats.org/officeDocument/2006/relationships/image" Target="../media/image63.png"/></Relationships>
</file>

<file path=ppt/slides/_rels/slide43.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customXml" Target="../ink/ink3.xml"/><Relationship Id="rId11" Type="http://schemas.openxmlformats.org/officeDocument/2006/relationships/image" Target="../media/image114.png"/><Relationship Id="rId5" Type="http://schemas.openxmlformats.org/officeDocument/2006/relationships/image" Target="../media/image69.png"/><Relationship Id="rId10" Type="http://schemas.openxmlformats.org/officeDocument/2006/relationships/customXml" Target="../ink/ink4.xml"/><Relationship Id="rId4" Type="http://schemas.openxmlformats.org/officeDocument/2006/relationships/image" Target="../media/image68.png"/><Relationship Id="rId9" Type="http://schemas.openxmlformats.org/officeDocument/2006/relationships/image" Target="../media/image113.png"/></Relationships>
</file>

<file path=ppt/slides/_rels/slide46.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71.png"/><Relationship Id="rId7" Type="http://schemas.openxmlformats.org/officeDocument/2006/relationships/image" Target="../media/image119.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customXml" Target="../ink/ink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73.png"/><Relationship Id="rId1" Type="http://schemas.openxmlformats.org/officeDocument/2006/relationships/slideLayout" Target="../slideLayouts/slideLayout2.xml"/><Relationship Id="rId6" Type="http://schemas.openxmlformats.org/officeDocument/2006/relationships/customXml" Target="../ink/ink6.xml"/><Relationship Id="rId11" Type="http://schemas.openxmlformats.org/officeDocument/2006/relationships/image" Target="../media/image129.png"/><Relationship Id="rId5" Type="http://schemas.openxmlformats.org/officeDocument/2006/relationships/image" Target="../media/image76.png"/><Relationship Id="rId10" Type="http://schemas.openxmlformats.org/officeDocument/2006/relationships/customXml" Target="../ink/ink7.xml"/><Relationship Id="rId4" Type="http://schemas.openxmlformats.org/officeDocument/2006/relationships/image" Target="../media/image75.png"/><Relationship Id="rId9" Type="http://schemas.openxmlformats.org/officeDocument/2006/relationships/image" Target="../media/image128.png"/></Relationships>
</file>

<file path=ppt/slides/_rels/slide51.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hyperlink" Target="http://www.deeplearningbook.org/contents/numerical.html" TargetMode="External"/></Relationships>
</file>

<file path=ppt/slides/_rels/slide54.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customXml" Target="../ink/ink8.xml"/><Relationship Id="rId2" Type="http://schemas.openxmlformats.org/officeDocument/2006/relationships/image" Target="../media/image79.png"/><Relationship Id="rId1" Type="http://schemas.openxmlformats.org/officeDocument/2006/relationships/slideLayout" Target="../slideLayouts/slideLayout2.xml"/><Relationship Id="rId6" Type="http://schemas.openxmlformats.org/officeDocument/2006/relationships/image" Target="../media/image138.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customXml" Target="../ink/ink9.xml"/><Relationship Id="rId2" Type="http://schemas.openxmlformats.org/officeDocument/2006/relationships/image" Target="../media/image80.png"/><Relationship Id="rId1" Type="http://schemas.openxmlformats.org/officeDocument/2006/relationships/slideLayout" Target="../slideLayouts/slideLayout2.xml"/><Relationship Id="rId6" Type="http://schemas.openxmlformats.org/officeDocument/2006/relationships/image" Target="../media/image142.png"/></Relationships>
</file>

<file path=ppt/slides/_rels/slide58.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83.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83.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84.png"/><Relationship Id="rId7" Type="http://schemas.openxmlformats.org/officeDocument/2006/relationships/image" Target="../media/image151.png"/><Relationship Id="rId2" Type="http://schemas.openxmlformats.org/officeDocument/2006/relationships/image" Target="../media/image83.png"/><Relationship Id="rId1" Type="http://schemas.openxmlformats.org/officeDocument/2006/relationships/slideLayout" Target="../slideLayouts/slideLayout2.xml"/><Relationship Id="rId4" Type="http://schemas.openxmlformats.org/officeDocument/2006/relationships/customXml" Target="../ink/ink10.xml"/></Relationships>
</file>

<file path=ppt/slides/_rels/slide63.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83.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83.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83.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83.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8" Type="http://schemas.openxmlformats.org/officeDocument/2006/relationships/image" Target="../media/image158.png"/><Relationship Id="rId3" Type="http://schemas.openxmlformats.org/officeDocument/2006/relationships/image" Target="../media/image85.png"/><Relationship Id="rId2" Type="http://schemas.openxmlformats.org/officeDocument/2006/relationships/image" Target="../media/image83.png"/><Relationship Id="rId1" Type="http://schemas.openxmlformats.org/officeDocument/2006/relationships/slideLayout" Target="../slideLayouts/slideLayout2.xml"/><Relationship Id="rId5" Type="http://schemas.openxmlformats.org/officeDocument/2006/relationships/customXml" Target="../ink/ink11.xml"/><Relationship Id="rId4" Type="http://schemas.openxmlformats.org/officeDocument/2006/relationships/image" Target="../media/image84.png"/></Relationships>
</file>

<file path=ppt/slides/_rels/slide68.xml.rels><?xml version="1.0" encoding="UTF-8" standalone="yes"?>
<Relationships xmlns="http://schemas.openxmlformats.org/package/2006/relationships"><Relationship Id="rId8" Type="http://schemas.openxmlformats.org/officeDocument/2006/relationships/image" Target="../media/image160.png"/><Relationship Id="rId3" Type="http://schemas.openxmlformats.org/officeDocument/2006/relationships/image" Target="../media/image85.png"/><Relationship Id="rId2" Type="http://schemas.openxmlformats.org/officeDocument/2006/relationships/image" Target="../media/image83.png"/><Relationship Id="rId1" Type="http://schemas.openxmlformats.org/officeDocument/2006/relationships/slideLayout" Target="../slideLayouts/slideLayout2.xml"/><Relationship Id="rId5" Type="http://schemas.openxmlformats.org/officeDocument/2006/relationships/customXml" Target="../ink/ink12.xml"/><Relationship Id="rId4" Type="http://schemas.openxmlformats.org/officeDocument/2006/relationships/image" Target="../media/image84.png"/></Relationships>
</file>

<file path=ppt/slides/_rels/slide69.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image" Target="../media/image83.png"/><Relationship Id="rId1" Type="http://schemas.openxmlformats.org/officeDocument/2006/relationships/slideLayout" Target="../slideLayouts/slideLayout2.xml"/><Relationship Id="rId4" Type="http://schemas.openxmlformats.org/officeDocument/2006/relationships/image" Target="../media/image84.png"/></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customXml" Target="../ink/ink13.xml"/><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64.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hyperlink" Target="https://blog.feedly.com/tricks-of-the-trade-logsumexp/" TargetMode="Externa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 name="Shape 129"/>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1</a:t>
            </a:fld>
            <a:endParaRPr/>
          </a:p>
        </p:txBody>
      </p:sp>
      <p:sp>
        <p:nvSpPr>
          <p:cNvPr id="130" name="Shape 130"/>
          <p:cNvSpPr txBox="1">
            <a:spLocks noGrp="1"/>
          </p:cNvSpPr>
          <p:nvPr>
            <p:ph type="ctrTitle"/>
          </p:nvPr>
        </p:nvSpPr>
        <p:spPr>
          <a:xfrm>
            <a:off x="685800" y="371475"/>
            <a:ext cx="7772400" cy="3425230"/>
          </a:xfrm>
          <a:prstGeom prst="rect">
            <a:avLst/>
          </a:prstGeom>
        </p:spPr>
        <p:txBody>
          <a:bodyPr/>
          <a:lstStyle/>
          <a:p>
            <a:pPr>
              <a:defRPr sz="3400"/>
            </a:pPr>
            <a:r>
              <a:t>Deep Learning (CS324)</a:t>
            </a:r>
          </a:p>
          <a:p>
            <a:pPr>
              <a:defRPr sz="3400"/>
            </a:pPr>
            <a:endParaRPr/>
          </a:p>
          <a:p>
            <a:pPr>
              <a:defRPr sz="3400">
                <a:solidFill>
                  <a:schemeClr val="accent2"/>
                </a:solidFill>
                <a:latin typeface="Chalkboard"/>
                <a:ea typeface="Chalkboard"/>
                <a:cs typeface="Chalkboard"/>
                <a:sym typeface="Chalkboard"/>
              </a:defRPr>
            </a:pPr>
            <a:r>
              <a:t>2. Mathematical background</a:t>
            </a:r>
            <a:r>
              <a:rPr sz="3000" baseline="31999"/>
              <a:t>*</a:t>
            </a:r>
          </a:p>
        </p:txBody>
      </p:sp>
      <p:sp>
        <p:nvSpPr>
          <p:cNvPr id="131" name="Shape 131"/>
          <p:cNvSpPr txBox="1">
            <a:spLocks noGrp="1"/>
          </p:cNvSpPr>
          <p:nvPr>
            <p:ph type="subTitle" sz="half" idx="1"/>
          </p:nvPr>
        </p:nvSpPr>
        <p:spPr>
          <a:prstGeom prst="rect">
            <a:avLst/>
          </a:prstGeom>
        </p:spPr>
        <p:txBody>
          <a:bodyPr/>
          <a:lstStyle/>
          <a:p>
            <a:pPr>
              <a:defRPr sz="2800"/>
            </a:pPr>
            <a:r>
              <a:rPr lang="en-US" dirty="0"/>
              <a:t>Prof. Jianguo Zhang</a:t>
            </a:r>
            <a:endParaRPr dirty="0"/>
          </a:p>
          <a:p>
            <a:pPr>
              <a:defRPr sz="2800"/>
            </a:pPr>
            <a:r>
              <a:rPr dirty="0" err="1"/>
              <a:t>SUSTech</a:t>
            </a:r>
            <a:endParaRPr dirty="0"/>
          </a:p>
        </p:txBody>
      </p:sp>
      <p:sp>
        <p:nvSpPr>
          <p:cNvPr id="132" name="Shape 132"/>
          <p:cNvSpPr txBox="1"/>
          <p:nvPr/>
        </p:nvSpPr>
        <p:spPr>
          <a:xfrm>
            <a:off x="1441755" y="6404292"/>
            <a:ext cx="6261086" cy="24830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p>
            <a:pPr>
              <a:defRPr sz="1200"/>
            </a:pPr>
            <a:r>
              <a:rPr dirty="0">
                <a:solidFill>
                  <a:schemeClr val="accent2"/>
                </a:solidFill>
              </a:rPr>
              <a:t>*</a:t>
            </a:r>
            <a:r>
              <a:rPr dirty="0"/>
              <a:t>Source: </a:t>
            </a:r>
            <a:r>
              <a:rPr u="sng" dirty="0">
                <a:solidFill>
                  <a:srgbClr val="0000FF"/>
                </a:solidFill>
                <a:uFill>
                  <a:solidFill>
                    <a:srgbClr val="0000FF"/>
                  </a:solidFill>
                </a:uFill>
                <a:hlinkClick r:id="rId3"/>
              </a:rPr>
              <a:t>http://www.deeplearningbook.org/lecture_slides.html</a:t>
            </a:r>
            <a:r>
              <a:rPr dirty="0"/>
              <a:t> (2-4) + a bunch of </a:t>
            </a:r>
            <a:r>
              <a:rPr u="sng" dirty="0">
                <a:solidFill>
                  <a:srgbClr val="0000FF"/>
                </a:solidFill>
                <a:uFill>
                  <a:solidFill>
                    <a:srgbClr val="0000FF"/>
                  </a:solidFill>
                </a:uFill>
                <a:hlinkClick r:id="rId4"/>
              </a:rPr>
              <a:t>xkcd.com</a:t>
            </a:r>
            <a:r>
              <a:rPr dirty="0"/>
              <a:t> comics</a:t>
            </a:r>
          </a:p>
        </p:txBody>
      </p:sp>
    </p:spTree>
  </p:cSld>
  <p:clrMapOvr>
    <a:masterClrMapping/>
  </p:clrMapOvr>
  <p:transition spd="med" advTm="62551"/>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 name="Shape 134"/>
          <p:cNvSpPr txBox="1">
            <a:spLocks noGrp="1"/>
          </p:cNvSpPr>
          <p:nvPr>
            <p:ph type="ctrTitle"/>
          </p:nvPr>
        </p:nvSpPr>
        <p:spPr>
          <a:prstGeom prst="rect">
            <a:avLst/>
          </a:prstGeom>
        </p:spPr>
        <p:txBody>
          <a:bodyPr/>
          <a:lstStyle/>
          <a:p>
            <a:r>
              <a:rPr dirty="0"/>
              <a:t>Linear algebra</a:t>
            </a:r>
          </a:p>
        </p:txBody>
      </p:sp>
      <p:sp>
        <p:nvSpPr>
          <p:cNvPr id="135" name="Shape 135"/>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2</a:t>
            </a:fld>
            <a:endParaRPr/>
          </a:p>
        </p:txBody>
      </p:sp>
    </p:spTree>
  </p:cSld>
  <p:clrMapOvr>
    <a:masterClrMapping/>
  </p:clrMapOvr>
  <p:transition spd="med" advTm="3582"/>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 name="Shape 137"/>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3</a:t>
            </a:fld>
            <a:endParaRPr/>
          </a:p>
        </p:txBody>
      </p:sp>
      <p:pic>
        <p:nvPicPr>
          <p:cNvPr id="138" name="pasted-image.png"/>
          <p:cNvPicPr>
            <a:picLocks noChangeAspect="1"/>
          </p:cNvPicPr>
          <p:nvPr/>
        </p:nvPicPr>
        <p:blipFill>
          <a:blip r:embed="rId3"/>
          <a:srcRect l="2213" t="1880" r="2213" b="1880"/>
          <a:stretch>
            <a:fillRect/>
          </a:stretch>
        </p:blipFill>
        <p:spPr>
          <a:xfrm>
            <a:off x="2415678" y="746174"/>
            <a:ext cx="4503144" cy="5365652"/>
          </a:xfrm>
          <a:prstGeom prst="rect">
            <a:avLst/>
          </a:prstGeom>
          <a:ln w="12700">
            <a:miter lim="400000"/>
          </a:ln>
        </p:spPr>
      </p:pic>
    </p:spTree>
  </p:cSld>
  <p:clrMapOvr>
    <a:masterClrMapping/>
  </p:clrMapOvr>
  <p:transition spd="med" advTm="87372"/>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 name="Shape 140"/>
          <p:cNvSpPr txBox="1">
            <a:spLocks noGrp="1"/>
          </p:cNvSpPr>
          <p:nvPr>
            <p:ph type="body" idx="1"/>
          </p:nvPr>
        </p:nvSpPr>
        <p:spPr>
          <a:prstGeom prst="rect">
            <a:avLst/>
          </a:prstGeom>
        </p:spPr>
        <p:txBody>
          <a:bodyPr/>
          <a:lstStyle/>
          <a:p>
            <a:r>
              <a:rPr dirty="0"/>
              <a:t>A scalar is a single number</a:t>
            </a:r>
          </a:p>
          <a:p>
            <a:r>
              <a:rPr dirty="0"/>
              <a:t>Integers, real numbers, rational numbers, etc.</a:t>
            </a:r>
          </a:p>
          <a:p>
            <a:r>
              <a:rPr dirty="0"/>
              <a:t>We denote it with italic font:</a:t>
            </a:r>
          </a:p>
          <a:p>
            <a:r>
              <a:rPr dirty="0"/>
              <a:t>A vector is a 1-D array of numbers:</a:t>
            </a:r>
          </a:p>
        </p:txBody>
      </p:sp>
      <p:sp>
        <p:nvSpPr>
          <p:cNvPr id="141" name="Shape 141"/>
          <p:cNvSpPr txBox="1">
            <a:spLocks noGrp="1"/>
          </p:cNvSpPr>
          <p:nvPr>
            <p:ph type="title"/>
          </p:nvPr>
        </p:nvSpPr>
        <p:spPr>
          <a:prstGeom prst="rect">
            <a:avLst/>
          </a:prstGeom>
        </p:spPr>
        <p:txBody>
          <a:bodyPr/>
          <a:lstStyle/>
          <a:p>
            <a:r>
              <a:t>Scalars and vectors</a:t>
            </a:r>
          </a:p>
        </p:txBody>
      </p:sp>
      <p:sp>
        <p:nvSpPr>
          <p:cNvPr id="142" name="Shape 142"/>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4</a:t>
            </a:fld>
            <a:endParaRPr/>
          </a:p>
        </p:txBody>
      </p:sp>
      <p:pic>
        <p:nvPicPr>
          <p:cNvPr id="143" name="pasted-image.png"/>
          <p:cNvPicPr>
            <a:picLocks noChangeAspect="1"/>
          </p:cNvPicPr>
          <p:nvPr/>
        </p:nvPicPr>
        <p:blipFill>
          <a:blip r:embed="rId3"/>
          <a:stretch>
            <a:fillRect/>
          </a:stretch>
        </p:blipFill>
        <p:spPr>
          <a:xfrm>
            <a:off x="5435699" y="2964636"/>
            <a:ext cx="812602" cy="217528"/>
          </a:xfrm>
          <a:prstGeom prst="rect">
            <a:avLst/>
          </a:prstGeom>
          <a:ln w="3175">
            <a:miter lim="400000"/>
          </a:ln>
        </p:spPr>
      </p:pic>
      <p:pic>
        <p:nvPicPr>
          <p:cNvPr id="144" name="pasted-image.png"/>
          <p:cNvPicPr>
            <a:picLocks noChangeAspect="1"/>
          </p:cNvPicPr>
          <p:nvPr/>
        </p:nvPicPr>
        <p:blipFill>
          <a:blip r:embed="rId4"/>
          <a:srcRect r="68646"/>
          <a:stretch>
            <a:fillRect/>
          </a:stretch>
        </p:blipFill>
        <p:spPr>
          <a:xfrm>
            <a:off x="3684785" y="3998641"/>
            <a:ext cx="1342816" cy="1318565"/>
          </a:xfrm>
          <a:prstGeom prst="rect">
            <a:avLst/>
          </a:prstGeom>
          <a:ln w="3175">
            <a:miter lim="400000"/>
          </a:ln>
        </p:spPr>
      </p:pic>
    </p:spTree>
  </p:cSld>
  <p:clrMapOvr>
    <a:masterClrMapping/>
  </p:clrMapOvr>
  <p:transition spd="med" advTm="84563"/>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 name="Shape 146"/>
          <p:cNvSpPr txBox="1">
            <a:spLocks noGrp="1"/>
          </p:cNvSpPr>
          <p:nvPr>
            <p:ph type="body" idx="1"/>
          </p:nvPr>
        </p:nvSpPr>
        <p:spPr>
          <a:prstGeom prst="rect">
            <a:avLst/>
          </a:prstGeom>
        </p:spPr>
        <p:txBody>
          <a:bodyPr/>
          <a:lstStyle/>
          <a:p>
            <a:r>
              <a:t>A matrix                       is a 2-D array of numbers</a:t>
            </a:r>
          </a:p>
          <a:p>
            <a:endParaRPr/>
          </a:p>
          <a:p>
            <a:endParaRPr/>
          </a:p>
          <a:p>
            <a:r>
              <a:t>A tensor is an array of numbers, that may have</a:t>
            </a:r>
          </a:p>
          <a:p>
            <a:pPr lvl="1"/>
            <a:r>
              <a:t>zero dimensions, and be a scalar</a:t>
            </a:r>
          </a:p>
          <a:p>
            <a:pPr lvl="1"/>
            <a:r>
              <a:t>one dimension, and be a vector</a:t>
            </a:r>
          </a:p>
          <a:p>
            <a:pPr lvl="1"/>
            <a:r>
              <a:t>two dimensions, and be a matrix</a:t>
            </a:r>
          </a:p>
          <a:p>
            <a:pPr lvl="1"/>
            <a:r>
              <a:t>or more dimensions.</a:t>
            </a:r>
          </a:p>
        </p:txBody>
      </p:sp>
      <p:sp>
        <p:nvSpPr>
          <p:cNvPr id="147" name="Shape 147"/>
          <p:cNvSpPr txBox="1">
            <a:spLocks noGrp="1"/>
          </p:cNvSpPr>
          <p:nvPr>
            <p:ph type="title"/>
          </p:nvPr>
        </p:nvSpPr>
        <p:spPr>
          <a:prstGeom prst="rect">
            <a:avLst/>
          </a:prstGeom>
        </p:spPr>
        <p:txBody>
          <a:bodyPr/>
          <a:lstStyle/>
          <a:p>
            <a:r>
              <a:t>Matrices and tensors</a:t>
            </a:r>
          </a:p>
        </p:txBody>
      </p:sp>
      <p:sp>
        <p:nvSpPr>
          <p:cNvPr id="148" name="Shape 148"/>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5</a:t>
            </a:fld>
            <a:endParaRPr/>
          </a:p>
        </p:txBody>
      </p:sp>
      <p:pic>
        <p:nvPicPr>
          <p:cNvPr id="149" name="pasted-image.png"/>
          <p:cNvPicPr>
            <a:picLocks noChangeAspect="1"/>
          </p:cNvPicPr>
          <p:nvPr/>
        </p:nvPicPr>
        <p:blipFill>
          <a:blip r:embed="rId2"/>
          <a:srcRect r="64656"/>
          <a:stretch>
            <a:fillRect/>
          </a:stretch>
        </p:blipFill>
        <p:spPr>
          <a:xfrm>
            <a:off x="3570485" y="2308420"/>
            <a:ext cx="2003030" cy="937888"/>
          </a:xfrm>
          <a:prstGeom prst="rect">
            <a:avLst/>
          </a:prstGeom>
          <a:ln w="3175">
            <a:miter lim="400000"/>
          </a:ln>
        </p:spPr>
      </p:pic>
      <p:pic>
        <p:nvPicPr>
          <p:cNvPr id="150" name="pasted-image.png"/>
          <p:cNvPicPr>
            <a:picLocks noChangeAspect="1"/>
          </p:cNvPicPr>
          <p:nvPr/>
        </p:nvPicPr>
        <p:blipFill>
          <a:blip r:embed="rId3"/>
          <a:stretch>
            <a:fillRect/>
          </a:stretch>
        </p:blipFill>
        <p:spPr>
          <a:xfrm>
            <a:off x="2217223" y="1716756"/>
            <a:ext cx="1777778" cy="475109"/>
          </a:xfrm>
          <a:prstGeom prst="rect">
            <a:avLst/>
          </a:prstGeom>
          <a:ln w="3175">
            <a:miter lim="400000"/>
          </a:ln>
        </p:spPr>
      </p:pic>
    </p:spTree>
  </p:cSld>
  <p:clrMapOvr>
    <a:masterClrMapping/>
  </p:clrMapOvr>
  <p:transition spd="med" advTm="125853"/>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 name="Shape 152"/>
          <p:cNvSpPr txBox="1">
            <a:spLocks noGrp="1"/>
          </p:cNvSpPr>
          <p:nvPr>
            <p:ph type="title"/>
          </p:nvPr>
        </p:nvSpPr>
        <p:spPr>
          <a:prstGeom prst="rect">
            <a:avLst/>
          </a:prstGeom>
        </p:spPr>
        <p:txBody>
          <a:bodyPr/>
          <a:lstStyle/>
          <a:p>
            <a:r>
              <a:t>Matrix transpose</a:t>
            </a:r>
          </a:p>
        </p:txBody>
      </p:sp>
      <p:sp>
        <p:nvSpPr>
          <p:cNvPr id="153" name="Shape 153"/>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6</a:t>
            </a:fld>
            <a:endParaRPr/>
          </a:p>
        </p:txBody>
      </p:sp>
      <p:pic>
        <p:nvPicPr>
          <p:cNvPr id="154" name="pasted-image.png"/>
          <p:cNvPicPr>
            <a:picLocks noChangeAspect="1"/>
          </p:cNvPicPr>
          <p:nvPr/>
        </p:nvPicPr>
        <p:blipFill>
          <a:blip r:embed="rId2"/>
          <a:srcRect b="3982"/>
          <a:stretch>
            <a:fillRect/>
          </a:stretch>
        </p:blipFill>
        <p:spPr>
          <a:xfrm>
            <a:off x="174228" y="3527552"/>
            <a:ext cx="8795485" cy="2527393"/>
          </a:xfrm>
          <a:prstGeom prst="rect">
            <a:avLst/>
          </a:prstGeom>
          <a:ln w="3175">
            <a:miter lim="400000"/>
          </a:ln>
        </p:spPr>
      </p:pic>
      <p:pic>
        <p:nvPicPr>
          <p:cNvPr id="155" name="pasted-image.png"/>
          <p:cNvPicPr>
            <a:picLocks noChangeAspect="1"/>
          </p:cNvPicPr>
          <p:nvPr/>
        </p:nvPicPr>
        <p:blipFill>
          <a:blip r:embed="rId3"/>
          <a:srcRect r="65398"/>
          <a:stretch>
            <a:fillRect/>
          </a:stretch>
        </p:blipFill>
        <p:spPr>
          <a:xfrm>
            <a:off x="3200598" y="1701776"/>
            <a:ext cx="2742700" cy="982484"/>
          </a:xfrm>
          <a:prstGeom prst="rect">
            <a:avLst/>
          </a:prstGeom>
          <a:ln w="3175">
            <a:miter lim="400000"/>
          </a:ln>
        </p:spPr>
      </p:pic>
      <p:pic>
        <p:nvPicPr>
          <p:cNvPr id="156" name="pasted-image.png"/>
          <p:cNvPicPr>
            <a:picLocks noChangeAspect="1"/>
          </p:cNvPicPr>
          <p:nvPr/>
        </p:nvPicPr>
        <p:blipFill>
          <a:blip r:embed="rId4"/>
          <a:srcRect r="63982"/>
          <a:stretch>
            <a:fillRect/>
          </a:stretch>
        </p:blipFill>
        <p:spPr>
          <a:xfrm>
            <a:off x="3200598" y="2786014"/>
            <a:ext cx="2742810" cy="752443"/>
          </a:xfrm>
          <a:prstGeom prst="rect">
            <a:avLst/>
          </a:prstGeom>
          <a:ln w="3175">
            <a:miter lim="400000"/>
          </a:ln>
        </p:spPr>
      </p:pic>
    </p:spTree>
  </p:cSld>
  <p:clrMapOvr>
    <a:masterClrMapping/>
  </p:clrMapOvr>
  <p:transition spd="med" advTm="112556"/>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 name="Shape 158"/>
          <p:cNvSpPr txBox="1">
            <a:spLocks noGrp="1"/>
          </p:cNvSpPr>
          <p:nvPr>
            <p:ph type="body" idx="1"/>
          </p:nvPr>
        </p:nvSpPr>
        <p:spPr>
          <a:prstGeom prst="rect">
            <a:avLst/>
          </a:prstGeom>
        </p:spPr>
        <p:txBody>
          <a:bodyPr/>
          <a:lstStyle/>
          <a:p>
            <a:pPr marL="342900" indent="-342900"/>
            <a:r>
              <a:t>We can </a:t>
            </a:r>
            <a:r>
              <a:rPr>
                <a:solidFill>
                  <a:schemeClr val="accent2"/>
                </a:solidFill>
              </a:rPr>
              <a:t>add</a:t>
            </a:r>
            <a:r>
              <a:t> or </a:t>
            </a:r>
            <a:r>
              <a:rPr>
                <a:solidFill>
                  <a:schemeClr val="accent2"/>
                </a:solidFill>
              </a:rPr>
              <a:t>subtract</a:t>
            </a:r>
            <a:r>
              <a:t> two matrices </a:t>
            </a:r>
            <a:r>
              <a:rPr b="1">
                <a:latin typeface="+mn-lt"/>
                <a:ea typeface="+mn-ea"/>
                <a:cs typeface="+mn-cs"/>
                <a:sym typeface="Helvetica"/>
              </a:rPr>
              <a:t>A</a:t>
            </a:r>
            <a:r>
              <a:t> and </a:t>
            </a:r>
            <a:r>
              <a:rPr b="1">
                <a:latin typeface="+mn-lt"/>
                <a:ea typeface="+mn-ea"/>
                <a:cs typeface="+mn-cs"/>
                <a:sym typeface="Helvetica"/>
              </a:rPr>
              <a:t>B</a:t>
            </a:r>
            <a:r>
              <a:t> only if these have the same size, and the result (for addition) is a matrix </a:t>
            </a:r>
            <a:r>
              <a:rPr b="1">
                <a:latin typeface="+mn-lt"/>
                <a:ea typeface="+mn-ea"/>
                <a:cs typeface="+mn-cs"/>
                <a:sym typeface="Helvetica"/>
              </a:rPr>
              <a:t>C</a:t>
            </a:r>
            <a:r>
              <a:t> = </a:t>
            </a:r>
            <a:r>
              <a:rPr b="1">
                <a:latin typeface="+mn-lt"/>
                <a:ea typeface="+mn-ea"/>
                <a:cs typeface="+mn-cs"/>
                <a:sym typeface="Helvetica"/>
              </a:rPr>
              <a:t>A </a:t>
            </a:r>
            <a:r>
              <a:t>+ </a:t>
            </a:r>
            <a:r>
              <a:rPr b="1">
                <a:latin typeface="+mn-lt"/>
                <a:ea typeface="+mn-ea"/>
                <a:cs typeface="+mn-cs"/>
                <a:sym typeface="Helvetica"/>
              </a:rPr>
              <a:t>B</a:t>
            </a:r>
            <a:r>
              <a:t> with elements </a:t>
            </a:r>
            <a:r>
              <a:rPr i="1">
                <a:latin typeface="+mn-lt"/>
                <a:ea typeface="+mn-ea"/>
                <a:cs typeface="+mn-cs"/>
                <a:sym typeface="Helvetica"/>
              </a:rPr>
              <a:t>c</a:t>
            </a:r>
            <a:r>
              <a:rPr i="1" baseline="-5999">
                <a:latin typeface="+mn-lt"/>
                <a:ea typeface="+mn-ea"/>
                <a:cs typeface="+mn-cs"/>
                <a:sym typeface="Helvetica"/>
              </a:rPr>
              <a:t>ij </a:t>
            </a:r>
            <a:r>
              <a:t>= </a:t>
            </a:r>
            <a:r>
              <a:rPr i="1">
                <a:latin typeface="+mn-lt"/>
                <a:ea typeface="+mn-ea"/>
                <a:cs typeface="+mn-cs"/>
                <a:sym typeface="Helvetica"/>
              </a:rPr>
              <a:t>a</a:t>
            </a:r>
            <a:r>
              <a:rPr i="1" baseline="-5999">
                <a:latin typeface="+mn-lt"/>
                <a:ea typeface="+mn-ea"/>
                <a:cs typeface="+mn-cs"/>
                <a:sym typeface="Helvetica"/>
              </a:rPr>
              <a:t>ij </a:t>
            </a:r>
            <a:r>
              <a:t>+ b</a:t>
            </a:r>
            <a:r>
              <a:rPr i="1" baseline="-5999">
                <a:latin typeface="+mn-lt"/>
                <a:ea typeface="+mn-ea"/>
                <a:cs typeface="+mn-cs"/>
                <a:sym typeface="Helvetica"/>
              </a:rPr>
              <a:t>ij </a:t>
            </a:r>
            <a:r>
              <a:t>for each 1 ≤ </a:t>
            </a:r>
            <a:r>
              <a:rPr i="1">
                <a:latin typeface="+mn-lt"/>
                <a:ea typeface="+mn-ea"/>
                <a:cs typeface="+mn-cs"/>
                <a:sym typeface="Helvetica"/>
              </a:rPr>
              <a:t>i</a:t>
            </a:r>
            <a:r>
              <a:t> ≤ </a:t>
            </a:r>
            <a:r>
              <a:rPr i="1">
                <a:latin typeface="+mn-lt"/>
                <a:ea typeface="+mn-ea"/>
                <a:cs typeface="+mn-cs"/>
                <a:sym typeface="Helvetica"/>
              </a:rPr>
              <a:t>m </a:t>
            </a:r>
            <a:r>
              <a:t>and 1 ≤ </a:t>
            </a:r>
            <a:r>
              <a:rPr i="1">
                <a:latin typeface="+mn-lt"/>
                <a:ea typeface="+mn-ea"/>
                <a:cs typeface="+mn-cs"/>
                <a:sym typeface="Helvetica"/>
              </a:rPr>
              <a:t>j </a:t>
            </a:r>
            <a:r>
              <a:t>≤</a:t>
            </a:r>
            <a:r>
              <a:rPr i="1">
                <a:latin typeface="+mn-lt"/>
                <a:ea typeface="+mn-ea"/>
                <a:cs typeface="+mn-cs"/>
                <a:sym typeface="Helvetica"/>
              </a:rPr>
              <a:t> n</a:t>
            </a:r>
          </a:p>
        </p:txBody>
      </p:sp>
      <p:sp>
        <p:nvSpPr>
          <p:cNvPr id="159" name="Shape 159"/>
          <p:cNvSpPr txBox="1">
            <a:spLocks noGrp="1"/>
          </p:cNvSpPr>
          <p:nvPr>
            <p:ph type="title"/>
          </p:nvPr>
        </p:nvSpPr>
        <p:spPr>
          <a:prstGeom prst="rect">
            <a:avLst/>
          </a:prstGeom>
        </p:spPr>
        <p:txBody>
          <a:bodyPr/>
          <a:lstStyle/>
          <a:p>
            <a:r>
              <a:t>Matrix addition and subtraction</a:t>
            </a:r>
          </a:p>
        </p:txBody>
      </p:sp>
      <p:sp>
        <p:nvSpPr>
          <p:cNvPr id="160" name="Shape 160"/>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7</a:t>
            </a:fld>
            <a:endParaRPr/>
          </a:p>
        </p:txBody>
      </p:sp>
      <p:pic>
        <p:nvPicPr>
          <p:cNvPr id="161" name="pasted-image.png"/>
          <p:cNvPicPr>
            <a:picLocks noChangeAspect="1"/>
          </p:cNvPicPr>
          <p:nvPr/>
        </p:nvPicPr>
        <p:blipFill>
          <a:blip r:embed="rId2"/>
          <a:stretch>
            <a:fillRect/>
          </a:stretch>
        </p:blipFill>
        <p:spPr>
          <a:xfrm>
            <a:off x="1005725" y="4219319"/>
            <a:ext cx="7132550" cy="1123918"/>
          </a:xfrm>
          <a:prstGeom prst="rect">
            <a:avLst/>
          </a:prstGeom>
          <a:ln w="12700">
            <a:miter lim="400000"/>
          </a:ln>
        </p:spPr>
      </p:pic>
    </p:spTree>
  </p:cSld>
  <p:clrMapOvr>
    <a:masterClrMapping/>
  </p:clrMapOvr>
  <p:transition spd="med" advTm="24825"/>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 name="Shape 163"/>
          <p:cNvSpPr txBox="1">
            <a:spLocks noGrp="1"/>
          </p:cNvSpPr>
          <p:nvPr>
            <p:ph type="body" idx="1"/>
          </p:nvPr>
        </p:nvSpPr>
        <p:spPr>
          <a:prstGeom prst="rect">
            <a:avLst/>
          </a:prstGeom>
        </p:spPr>
        <p:txBody>
          <a:bodyPr/>
          <a:lstStyle/>
          <a:p>
            <a:pPr marL="342900" indent="-342900"/>
            <a:r>
              <a:t>The </a:t>
            </a:r>
            <a:r>
              <a:rPr>
                <a:solidFill>
                  <a:schemeClr val="accent2"/>
                </a:solidFill>
              </a:rPr>
              <a:t>multiplication</a:t>
            </a:r>
            <a:r>
              <a:t> of a matrix </a:t>
            </a:r>
            <a:r>
              <a:rPr>
                <a:solidFill>
                  <a:schemeClr val="accent2"/>
                </a:solidFill>
              </a:rPr>
              <a:t>by a scalar</a:t>
            </a:r>
            <a:r>
              <a:t> </a:t>
            </a:r>
            <a:r>
              <a:rPr i="1">
                <a:latin typeface="+mn-lt"/>
                <a:ea typeface="+mn-ea"/>
                <a:cs typeface="+mn-cs"/>
                <a:sym typeface="Helvetica"/>
              </a:rPr>
              <a:t>t</a:t>
            </a:r>
            <a:r>
              <a:t> produces as a result a matrix of the same size whose entries are each multiplied by </a:t>
            </a:r>
            <a:r>
              <a:rPr i="1">
                <a:latin typeface="+mn-lt"/>
                <a:ea typeface="+mn-ea"/>
                <a:cs typeface="+mn-cs"/>
                <a:sym typeface="Helvetica"/>
              </a:rPr>
              <a:t>t</a:t>
            </a:r>
          </a:p>
        </p:txBody>
      </p:sp>
      <p:sp>
        <p:nvSpPr>
          <p:cNvPr id="164" name="Shape 164"/>
          <p:cNvSpPr txBox="1">
            <a:spLocks noGrp="1"/>
          </p:cNvSpPr>
          <p:nvPr>
            <p:ph type="title"/>
          </p:nvPr>
        </p:nvSpPr>
        <p:spPr>
          <a:prstGeom prst="rect">
            <a:avLst/>
          </a:prstGeom>
        </p:spPr>
        <p:txBody>
          <a:bodyPr/>
          <a:lstStyle/>
          <a:p>
            <a:r>
              <a:t>Scalar multiplication</a:t>
            </a:r>
          </a:p>
        </p:txBody>
      </p:sp>
      <p:sp>
        <p:nvSpPr>
          <p:cNvPr id="165" name="Shape 165"/>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8</a:t>
            </a:fld>
            <a:endParaRPr/>
          </a:p>
        </p:txBody>
      </p:sp>
      <p:pic>
        <p:nvPicPr>
          <p:cNvPr id="166" name="pasted-image.png"/>
          <p:cNvPicPr>
            <a:picLocks noChangeAspect="1"/>
          </p:cNvPicPr>
          <p:nvPr/>
        </p:nvPicPr>
        <p:blipFill>
          <a:blip r:embed="rId2"/>
          <a:stretch>
            <a:fillRect/>
          </a:stretch>
        </p:blipFill>
        <p:spPr>
          <a:xfrm>
            <a:off x="1961054" y="4219319"/>
            <a:ext cx="5221892" cy="1123918"/>
          </a:xfrm>
          <a:prstGeom prst="rect">
            <a:avLst/>
          </a:prstGeom>
          <a:ln w="12700">
            <a:miter lim="400000"/>
          </a:ln>
        </p:spPr>
      </p:pic>
      <p:sp>
        <p:nvSpPr>
          <p:cNvPr id="167" name="Shape 167"/>
          <p:cNvSpPr/>
          <p:nvPr/>
        </p:nvSpPr>
        <p:spPr>
          <a:xfrm>
            <a:off x="5251450" y="5030837"/>
            <a:ext cx="210096" cy="392063"/>
          </a:xfrm>
          <a:prstGeom prst="rect">
            <a:avLst/>
          </a:prstGeom>
          <a:solidFill>
            <a:srgbClr val="FFFFFF"/>
          </a:solidFill>
          <a:ln w="12700">
            <a:miter lim="400000"/>
          </a:ln>
        </p:spPr>
        <p:txBody>
          <a:bodyPr lIns="45719" rIns="45719" anchor="ctr"/>
          <a:lstStyle/>
          <a:p>
            <a:endParaRPr/>
          </a:p>
        </p:txBody>
      </p:sp>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A0AFA7E2-DE8B-4577-A90A-48383F45F061}"/>
                  </a:ext>
                </a:extLst>
              </p14:cNvPr>
              <p14:cNvContentPartPr/>
              <p14:nvPr/>
            </p14:nvContentPartPr>
            <p14:xfrm>
              <a:off x="3966730" y="2878657"/>
              <a:ext cx="64800" cy="31680"/>
            </p14:xfrm>
          </p:contentPart>
        </mc:Choice>
        <mc:Fallback xmlns="">
          <p:pic>
            <p:nvPicPr>
              <p:cNvPr id="4" name="Ink 3">
                <a:extLst>
                  <a:ext uri="{FF2B5EF4-FFF2-40B4-BE49-F238E27FC236}">
                    <a16:creationId xmlns:a16="http://schemas.microsoft.com/office/drawing/2014/main" id="{A0AFA7E2-DE8B-4577-A90A-48383F45F061}"/>
                  </a:ext>
                </a:extLst>
              </p:cNvPr>
              <p:cNvPicPr/>
              <p:nvPr/>
            </p:nvPicPr>
            <p:blipFill>
              <a:blip r:embed="rId6"/>
              <a:stretch>
                <a:fillRect/>
              </a:stretch>
            </p:blipFill>
            <p:spPr>
              <a:xfrm>
                <a:off x="3949090" y="2861017"/>
                <a:ext cx="100440" cy="6732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7" name="Ink 6">
                <a:extLst>
                  <a:ext uri="{FF2B5EF4-FFF2-40B4-BE49-F238E27FC236}">
                    <a16:creationId xmlns:a16="http://schemas.microsoft.com/office/drawing/2014/main" id="{8180B3BB-55E1-4DC0-9C60-89180624A7D6}"/>
                  </a:ext>
                </a:extLst>
              </p14:cNvPr>
              <p14:cNvContentPartPr/>
              <p14:nvPr/>
            </p14:nvContentPartPr>
            <p14:xfrm>
              <a:off x="4841170" y="2943097"/>
              <a:ext cx="4320" cy="20160"/>
            </p14:xfrm>
          </p:contentPart>
        </mc:Choice>
        <mc:Fallback xmlns="">
          <p:pic>
            <p:nvPicPr>
              <p:cNvPr id="7" name="Ink 6">
                <a:extLst>
                  <a:ext uri="{FF2B5EF4-FFF2-40B4-BE49-F238E27FC236}">
                    <a16:creationId xmlns:a16="http://schemas.microsoft.com/office/drawing/2014/main" id="{8180B3BB-55E1-4DC0-9C60-89180624A7D6}"/>
                  </a:ext>
                </a:extLst>
              </p:cNvPr>
              <p:cNvPicPr/>
              <p:nvPr/>
            </p:nvPicPr>
            <p:blipFill>
              <a:blip r:embed="rId8"/>
              <a:stretch>
                <a:fillRect/>
              </a:stretch>
            </p:blipFill>
            <p:spPr>
              <a:xfrm>
                <a:off x="4823170" y="2925457"/>
                <a:ext cx="39960" cy="55800"/>
              </a:xfrm>
              <a:prstGeom prst="rect">
                <a:avLst/>
              </a:prstGeom>
            </p:spPr>
          </p:pic>
        </mc:Fallback>
      </mc:AlternateContent>
    </p:spTree>
  </p:cSld>
  <p:clrMapOvr>
    <a:masterClrMapping/>
  </p:clrMapOvr>
  <p:transition spd="med" advTm="25213"/>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 name="Shape 169"/>
          <p:cNvSpPr txBox="1">
            <a:spLocks noGrp="1"/>
          </p:cNvSpPr>
          <p:nvPr>
            <p:ph type="body" idx="1"/>
          </p:nvPr>
        </p:nvSpPr>
        <p:spPr>
          <a:prstGeom prst="rect">
            <a:avLst/>
          </a:prstGeom>
        </p:spPr>
        <p:txBody>
          <a:bodyPr/>
          <a:lstStyle/>
          <a:p>
            <a:pPr marL="342900" indent="-342900"/>
            <a:r>
              <a:t>Let </a:t>
            </a:r>
            <a:r>
              <a:rPr b="1">
                <a:latin typeface="+mn-lt"/>
                <a:ea typeface="+mn-ea"/>
                <a:cs typeface="+mn-cs"/>
                <a:sym typeface="Helvetica"/>
              </a:rPr>
              <a:t>A</a:t>
            </a:r>
            <a:r>
              <a:t> be a </a:t>
            </a:r>
            <a:r>
              <a:rPr i="1">
                <a:latin typeface="+mn-lt"/>
                <a:ea typeface="+mn-ea"/>
                <a:cs typeface="+mn-cs"/>
                <a:sym typeface="Helvetica"/>
              </a:rPr>
              <a:t>m</a:t>
            </a:r>
            <a:r>
              <a:t> by</a:t>
            </a:r>
            <a:r>
              <a:rPr i="1">
                <a:latin typeface="+mn-lt"/>
                <a:ea typeface="+mn-ea"/>
                <a:cs typeface="+mn-cs"/>
                <a:sym typeface="Helvetica"/>
              </a:rPr>
              <a:t> p</a:t>
            </a:r>
            <a:r>
              <a:t> matrix and </a:t>
            </a:r>
            <a:r>
              <a:rPr b="1">
                <a:latin typeface="+mn-lt"/>
                <a:ea typeface="+mn-ea"/>
                <a:cs typeface="+mn-cs"/>
                <a:sym typeface="Helvetica"/>
              </a:rPr>
              <a:t>B</a:t>
            </a:r>
            <a:r>
              <a:t> a </a:t>
            </a:r>
            <a:r>
              <a:rPr i="1">
                <a:latin typeface="+mn-lt"/>
                <a:ea typeface="+mn-ea"/>
                <a:cs typeface="+mn-cs"/>
                <a:sym typeface="Helvetica"/>
              </a:rPr>
              <a:t>q</a:t>
            </a:r>
            <a:r>
              <a:t> by</a:t>
            </a:r>
            <a:r>
              <a:rPr i="1">
                <a:latin typeface="+mn-lt"/>
                <a:ea typeface="+mn-ea"/>
                <a:cs typeface="+mn-cs"/>
                <a:sym typeface="Helvetica"/>
              </a:rPr>
              <a:t> n</a:t>
            </a:r>
            <a:r>
              <a:t> matrix: the product </a:t>
            </a:r>
            <a:r>
              <a:rPr b="1">
                <a:latin typeface="+mn-lt"/>
                <a:ea typeface="+mn-ea"/>
                <a:cs typeface="+mn-cs"/>
                <a:sym typeface="Helvetica"/>
              </a:rPr>
              <a:t>AB</a:t>
            </a:r>
            <a:r>
              <a:t> is defined only when </a:t>
            </a:r>
            <a:r>
              <a:rPr i="1">
                <a:latin typeface="+mn-lt"/>
                <a:ea typeface="+mn-ea"/>
                <a:cs typeface="+mn-cs"/>
                <a:sym typeface="Helvetica"/>
              </a:rPr>
              <a:t>p</a:t>
            </a:r>
            <a:r>
              <a:t> = </a:t>
            </a:r>
            <a:r>
              <a:rPr i="1">
                <a:latin typeface="+mn-lt"/>
                <a:ea typeface="+mn-ea"/>
                <a:cs typeface="+mn-cs"/>
                <a:sym typeface="Helvetica"/>
              </a:rPr>
              <a:t>q</a:t>
            </a:r>
          </a:p>
          <a:p>
            <a:pPr marL="342900" indent="-342900"/>
            <a:endParaRPr i="1">
              <a:latin typeface="+mn-lt"/>
              <a:ea typeface="+mn-ea"/>
              <a:cs typeface="+mn-cs"/>
              <a:sym typeface="Helvetica"/>
            </a:endParaRPr>
          </a:p>
          <a:p>
            <a:pPr marL="342900" indent="-342900"/>
            <a:endParaRPr i="1">
              <a:latin typeface="+mn-lt"/>
              <a:ea typeface="+mn-ea"/>
              <a:cs typeface="+mn-cs"/>
              <a:sym typeface="Helvetica"/>
            </a:endParaRPr>
          </a:p>
          <a:p>
            <a:pPr marL="342900" indent="-342900"/>
            <a:endParaRPr i="1">
              <a:latin typeface="+mn-lt"/>
              <a:ea typeface="+mn-ea"/>
              <a:cs typeface="+mn-cs"/>
              <a:sym typeface="Helvetica"/>
            </a:endParaRPr>
          </a:p>
          <a:p>
            <a:pPr marL="342900" indent="-342900"/>
            <a:endParaRPr i="1">
              <a:latin typeface="+mn-lt"/>
              <a:ea typeface="+mn-ea"/>
              <a:cs typeface="+mn-cs"/>
              <a:sym typeface="Helvetica"/>
            </a:endParaRPr>
          </a:p>
          <a:p>
            <a:pPr marL="342900" indent="-342900"/>
            <a:r>
              <a:t>The elements of </a:t>
            </a:r>
            <a:r>
              <a:rPr b="1">
                <a:latin typeface="+mn-lt"/>
                <a:ea typeface="+mn-ea"/>
                <a:cs typeface="+mn-cs"/>
                <a:sym typeface="Helvetica"/>
              </a:rPr>
              <a:t>C</a:t>
            </a:r>
            <a:r>
              <a:t> are</a:t>
            </a:r>
          </a:p>
        </p:txBody>
      </p:sp>
      <p:sp>
        <p:nvSpPr>
          <p:cNvPr id="170" name="Shape 170"/>
          <p:cNvSpPr txBox="1">
            <a:spLocks noGrp="1"/>
          </p:cNvSpPr>
          <p:nvPr>
            <p:ph type="title"/>
          </p:nvPr>
        </p:nvSpPr>
        <p:spPr>
          <a:prstGeom prst="rect">
            <a:avLst/>
          </a:prstGeom>
        </p:spPr>
        <p:txBody>
          <a:bodyPr/>
          <a:lstStyle/>
          <a:p>
            <a:r>
              <a:t>Matrix multiplication</a:t>
            </a:r>
          </a:p>
        </p:txBody>
      </p:sp>
      <p:sp>
        <p:nvSpPr>
          <p:cNvPr id="171" name="Shape 171"/>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9</a:t>
            </a:fld>
            <a:endParaRPr/>
          </a:p>
        </p:txBody>
      </p:sp>
      <p:sp>
        <p:nvSpPr>
          <p:cNvPr id="172" name="Shape 172"/>
          <p:cNvSpPr/>
          <p:nvPr/>
        </p:nvSpPr>
        <p:spPr>
          <a:xfrm>
            <a:off x="1881509" y="2941529"/>
            <a:ext cx="1909168" cy="1234134"/>
          </a:xfrm>
          <a:prstGeom prst="rect">
            <a:avLst/>
          </a:prstGeom>
          <a:solidFill>
            <a:srgbClr val="FFFFFF"/>
          </a:solidFill>
          <a:ln w="25400">
            <a:solidFill>
              <a:srgbClr val="424242"/>
            </a:solidFill>
            <a:bevel/>
          </a:ln>
        </p:spPr>
        <p:txBody>
          <a:bodyPr lIns="45719" rIns="45719" anchor="ctr"/>
          <a:lstStyle/>
          <a:p>
            <a:endParaRPr/>
          </a:p>
        </p:txBody>
      </p:sp>
      <p:sp>
        <p:nvSpPr>
          <p:cNvPr id="173" name="Shape 173"/>
          <p:cNvSpPr/>
          <p:nvPr/>
        </p:nvSpPr>
        <p:spPr>
          <a:xfrm>
            <a:off x="4104029" y="2941529"/>
            <a:ext cx="1371601" cy="1899197"/>
          </a:xfrm>
          <a:prstGeom prst="rect">
            <a:avLst/>
          </a:prstGeom>
          <a:solidFill>
            <a:srgbClr val="FFFFFF"/>
          </a:solidFill>
          <a:ln w="25400">
            <a:solidFill>
              <a:srgbClr val="424242"/>
            </a:solidFill>
            <a:bevel/>
          </a:ln>
        </p:spPr>
        <p:txBody>
          <a:bodyPr lIns="45719" rIns="45719" anchor="ctr"/>
          <a:lstStyle/>
          <a:p>
            <a:endParaRPr/>
          </a:p>
        </p:txBody>
      </p:sp>
      <p:sp>
        <p:nvSpPr>
          <p:cNvPr id="174" name="Shape 174"/>
          <p:cNvSpPr/>
          <p:nvPr/>
        </p:nvSpPr>
        <p:spPr>
          <a:xfrm>
            <a:off x="6227722" y="2941529"/>
            <a:ext cx="1371601" cy="1373090"/>
          </a:xfrm>
          <a:prstGeom prst="rect">
            <a:avLst/>
          </a:prstGeom>
          <a:solidFill>
            <a:srgbClr val="FFFFFF"/>
          </a:solidFill>
          <a:ln w="25400">
            <a:solidFill>
              <a:srgbClr val="424242"/>
            </a:solidFill>
            <a:bevel/>
          </a:ln>
        </p:spPr>
        <p:txBody>
          <a:bodyPr lIns="45719" rIns="45719" anchor="ctr"/>
          <a:lstStyle/>
          <a:p>
            <a:endParaRPr/>
          </a:p>
        </p:txBody>
      </p:sp>
      <p:sp>
        <p:nvSpPr>
          <p:cNvPr id="175" name="Shape 175"/>
          <p:cNvSpPr txBox="1"/>
          <p:nvPr/>
        </p:nvSpPr>
        <p:spPr>
          <a:xfrm>
            <a:off x="2699262" y="3317709"/>
            <a:ext cx="273662" cy="48177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a:defRPr sz="2000" b="1">
                <a:latin typeface="Chalkboard"/>
                <a:ea typeface="Chalkboard"/>
                <a:cs typeface="Chalkboard"/>
                <a:sym typeface="Chalkboard"/>
              </a:defRPr>
            </a:lvl1pPr>
          </a:lstStyle>
          <a:p>
            <a:r>
              <a:t>A</a:t>
            </a:r>
          </a:p>
        </p:txBody>
      </p:sp>
      <p:sp>
        <p:nvSpPr>
          <p:cNvPr id="176" name="Shape 176"/>
          <p:cNvSpPr txBox="1"/>
          <p:nvPr/>
        </p:nvSpPr>
        <p:spPr>
          <a:xfrm>
            <a:off x="4631669" y="3317709"/>
            <a:ext cx="254576" cy="48177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a:defRPr sz="2000" b="1">
                <a:latin typeface="Chalkboard"/>
                <a:ea typeface="Chalkboard"/>
                <a:cs typeface="Chalkboard"/>
                <a:sym typeface="Chalkboard"/>
              </a:defRPr>
            </a:lvl1pPr>
          </a:lstStyle>
          <a:p>
            <a:r>
              <a:t>B</a:t>
            </a:r>
          </a:p>
        </p:txBody>
      </p:sp>
      <p:sp>
        <p:nvSpPr>
          <p:cNvPr id="177" name="Shape 177"/>
          <p:cNvSpPr txBox="1"/>
          <p:nvPr/>
        </p:nvSpPr>
        <p:spPr>
          <a:xfrm>
            <a:off x="6786234" y="3306240"/>
            <a:ext cx="258786" cy="48177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a:defRPr sz="2000" b="1">
                <a:latin typeface="Chalkboard"/>
                <a:ea typeface="Chalkboard"/>
                <a:cs typeface="Chalkboard"/>
                <a:sym typeface="Chalkboard"/>
              </a:defRPr>
            </a:lvl1pPr>
          </a:lstStyle>
          <a:p>
            <a:r>
              <a:t>C</a:t>
            </a:r>
          </a:p>
        </p:txBody>
      </p:sp>
      <p:sp>
        <p:nvSpPr>
          <p:cNvPr id="178" name="Shape 178"/>
          <p:cNvSpPr txBox="1"/>
          <p:nvPr/>
        </p:nvSpPr>
        <p:spPr>
          <a:xfrm>
            <a:off x="5560653" y="3367030"/>
            <a:ext cx="227913" cy="41827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a:defRPr sz="2000">
                <a:latin typeface="Chalkboard"/>
                <a:ea typeface="Chalkboard"/>
                <a:cs typeface="Chalkboard"/>
                <a:sym typeface="Chalkboard"/>
              </a:defRPr>
            </a:lvl1pPr>
          </a:lstStyle>
          <a:p>
            <a:r>
              <a:t>=</a:t>
            </a:r>
          </a:p>
        </p:txBody>
      </p:sp>
      <p:pic>
        <p:nvPicPr>
          <p:cNvPr id="179" name="pasted-image.png"/>
          <p:cNvPicPr>
            <a:picLocks noChangeAspect="1"/>
          </p:cNvPicPr>
          <p:nvPr/>
        </p:nvPicPr>
        <p:blipFill>
          <a:blip r:embed="rId2"/>
          <a:stretch>
            <a:fillRect/>
          </a:stretch>
        </p:blipFill>
        <p:spPr>
          <a:xfrm>
            <a:off x="1265990" y="5503547"/>
            <a:ext cx="6610947" cy="932666"/>
          </a:xfrm>
          <a:prstGeom prst="rect">
            <a:avLst/>
          </a:prstGeom>
          <a:ln w="12700">
            <a:miter lim="400000"/>
          </a:ln>
        </p:spPr>
      </p:pic>
      <p:sp>
        <p:nvSpPr>
          <p:cNvPr id="180" name="Shape 180"/>
          <p:cNvSpPr txBox="1"/>
          <p:nvPr/>
        </p:nvSpPr>
        <p:spPr>
          <a:xfrm>
            <a:off x="1531977" y="3320420"/>
            <a:ext cx="291343" cy="41827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a:defRPr sz="2000">
                <a:solidFill>
                  <a:schemeClr val="accent2"/>
                </a:solidFill>
                <a:latin typeface="Chalkboard"/>
                <a:ea typeface="Chalkboard"/>
                <a:cs typeface="Chalkboard"/>
                <a:sym typeface="Chalkboard"/>
              </a:defRPr>
            </a:lvl1pPr>
          </a:lstStyle>
          <a:p>
            <a:r>
              <a:t>m</a:t>
            </a:r>
          </a:p>
        </p:txBody>
      </p:sp>
      <p:sp>
        <p:nvSpPr>
          <p:cNvPr id="181" name="Shape 181"/>
          <p:cNvSpPr txBox="1"/>
          <p:nvPr/>
        </p:nvSpPr>
        <p:spPr>
          <a:xfrm>
            <a:off x="2716944" y="4078593"/>
            <a:ext cx="238298" cy="41827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a:defRPr sz="2000">
                <a:latin typeface="Chalkboard"/>
                <a:ea typeface="Chalkboard"/>
                <a:cs typeface="Chalkboard"/>
                <a:sym typeface="Chalkboard"/>
              </a:defRPr>
            </a:lvl1pPr>
          </a:lstStyle>
          <a:p>
            <a:r>
              <a:t>p</a:t>
            </a:r>
          </a:p>
        </p:txBody>
      </p:sp>
      <p:sp>
        <p:nvSpPr>
          <p:cNvPr id="182" name="Shape 182"/>
          <p:cNvSpPr txBox="1"/>
          <p:nvPr/>
        </p:nvSpPr>
        <p:spPr>
          <a:xfrm>
            <a:off x="3829748" y="3418937"/>
            <a:ext cx="235211" cy="41827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a:defRPr sz="2000">
                <a:latin typeface="Chalkboard"/>
                <a:ea typeface="Chalkboard"/>
                <a:cs typeface="Chalkboard"/>
                <a:sym typeface="Chalkboard"/>
              </a:defRPr>
            </a:lvl1pPr>
          </a:lstStyle>
          <a:p>
            <a:r>
              <a:t>q</a:t>
            </a:r>
          </a:p>
        </p:txBody>
      </p:sp>
      <p:sp>
        <p:nvSpPr>
          <p:cNvPr id="183" name="Shape 183"/>
          <p:cNvSpPr txBox="1"/>
          <p:nvPr/>
        </p:nvSpPr>
        <p:spPr>
          <a:xfrm>
            <a:off x="4613285" y="2585980"/>
            <a:ext cx="233808" cy="41827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a:defRPr sz="2000">
                <a:solidFill>
                  <a:schemeClr val="accent1"/>
                </a:solidFill>
                <a:latin typeface="Chalkboard"/>
                <a:ea typeface="Chalkboard"/>
                <a:cs typeface="Chalkboard"/>
                <a:sym typeface="Chalkboard"/>
              </a:defRPr>
            </a:lvl1pPr>
          </a:lstStyle>
          <a:p>
            <a:r>
              <a:t>n</a:t>
            </a:r>
          </a:p>
        </p:txBody>
      </p:sp>
      <p:sp>
        <p:nvSpPr>
          <p:cNvPr id="184" name="Shape 184"/>
          <p:cNvSpPr txBox="1"/>
          <p:nvPr/>
        </p:nvSpPr>
        <p:spPr>
          <a:xfrm>
            <a:off x="5901956" y="3367030"/>
            <a:ext cx="291344" cy="41827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a:defRPr sz="2000">
                <a:solidFill>
                  <a:schemeClr val="accent2"/>
                </a:solidFill>
                <a:latin typeface="Chalkboard"/>
                <a:ea typeface="Chalkboard"/>
                <a:cs typeface="Chalkboard"/>
                <a:sym typeface="Chalkboard"/>
              </a:defRPr>
            </a:lvl1pPr>
          </a:lstStyle>
          <a:p>
            <a:r>
              <a:t>m</a:t>
            </a:r>
          </a:p>
        </p:txBody>
      </p:sp>
      <p:sp>
        <p:nvSpPr>
          <p:cNvPr id="185" name="Shape 185"/>
          <p:cNvSpPr txBox="1"/>
          <p:nvPr/>
        </p:nvSpPr>
        <p:spPr>
          <a:xfrm>
            <a:off x="6786234" y="2585980"/>
            <a:ext cx="233807" cy="41827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a:defRPr sz="2000">
                <a:solidFill>
                  <a:schemeClr val="accent1"/>
                </a:solidFill>
                <a:latin typeface="Chalkboard"/>
                <a:ea typeface="Chalkboard"/>
                <a:cs typeface="Chalkboard"/>
                <a:sym typeface="Chalkboard"/>
              </a:defRPr>
            </a:lvl1pPr>
          </a:lstStyle>
          <a:p>
            <a:r>
              <a:t>n</a:t>
            </a:r>
          </a:p>
        </p:txBody>
      </p:sp>
      <p:sp>
        <p:nvSpPr>
          <p:cNvPr id="186" name="Shape 186"/>
          <p:cNvSpPr/>
          <p:nvPr/>
        </p:nvSpPr>
        <p:spPr>
          <a:xfrm>
            <a:off x="1892300" y="3246139"/>
            <a:ext cx="1878261" cy="175877"/>
          </a:xfrm>
          <a:prstGeom prst="rect">
            <a:avLst/>
          </a:prstGeom>
          <a:solidFill>
            <a:srgbClr val="FF0000">
              <a:alpha val="10000"/>
            </a:srgbClr>
          </a:solidFill>
          <a:ln>
            <a:solidFill>
              <a:srgbClr val="FF0000"/>
            </a:solidFill>
            <a:bevel/>
          </a:ln>
        </p:spPr>
        <p:txBody>
          <a:bodyPr lIns="45719" rIns="45719" anchor="ctr"/>
          <a:lstStyle/>
          <a:p>
            <a:pPr algn="ctr">
              <a:defRPr>
                <a:solidFill>
                  <a:srgbClr val="FFFFFF"/>
                </a:solidFill>
              </a:defRPr>
            </a:pPr>
            <a:endParaRPr/>
          </a:p>
        </p:txBody>
      </p:sp>
      <p:sp>
        <p:nvSpPr>
          <p:cNvPr id="187" name="Shape 187"/>
          <p:cNvSpPr/>
          <p:nvPr/>
        </p:nvSpPr>
        <p:spPr>
          <a:xfrm rot="16200000">
            <a:off x="4149049" y="3771807"/>
            <a:ext cx="1900131" cy="238641"/>
          </a:xfrm>
          <a:prstGeom prst="rect">
            <a:avLst/>
          </a:prstGeom>
          <a:solidFill>
            <a:schemeClr val="accent1">
              <a:alpha val="20000"/>
            </a:schemeClr>
          </a:solidFill>
          <a:ln>
            <a:solidFill>
              <a:srgbClr val="4A7EBB"/>
            </a:solidFill>
            <a:bevel/>
          </a:ln>
        </p:spPr>
        <p:txBody>
          <a:bodyPr lIns="45719" rIns="45719" anchor="ctr"/>
          <a:lstStyle/>
          <a:p>
            <a:pPr algn="ctr">
              <a:defRPr>
                <a:solidFill>
                  <a:srgbClr val="FFFFFF"/>
                </a:solidFill>
              </a:defRPr>
            </a:pPr>
            <a:endParaRPr/>
          </a:p>
        </p:txBody>
      </p:sp>
      <p:sp>
        <p:nvSpPr>
          <p:cNvPr id="188" name="Shape 188"/>
          <p:cNvSpPr/>
          <p:nvPr/>
        </p:nvSpPr>
        <p:spPr>
          <a:xfrm>
            <a:off x="6224433" y="3246139"/>
            <a:ext cx="1370906" cy="175877"/>
          </a:xfrm>
          <a:prstGeom prst="rect">
            <a:avLst/>
          </a:prstGeom>
          <a:solidFill>
            <a:srgbClr val="FF0000">
              <a:alpha val="10000"/>
            </a:srgbClr>
          </a:solidFill>
          <a:ln>
            <a:solidFill>
              <a:srgbClr val="FF0000"/>
            </a:solidFill>
            <a:custDash>
              <a:ds d="200000" sp="200000"/>
            </a:custDash>
            <a:miter lim="400000"/>
          </a:ln>
        </p:spPr>
        <p:txBody>
          <a:bodyPr lIns="45719" rIns="45719" anchor="ctr"/>
          <a:lstStyle/>
          <a:p>
            <a:pPr algn="ctr">
              <a:defRPr>
                <a:solidFill>
                  <a:srgbClr val="FFFFFF"/>
                </a:solidFill>
              </a:defRPr>
            </a:pPr>
            <a:endParaRPr/>
          </a:p>
        </p:txBody>
      </p:sp>
      <p:sp>
        <p:nvSpPr>
          <p:cNvPr id="189" name="Shape 189"/>
          <p:cNvSpPr/>
          <p:nvPr/>
        </p:nvSpPr>
        <p:spPr>
          <a:xfrm rot="16200000">
            <a:off x="6618366" y="3534704"/>
            <a:ext cx="1370559" cy="179745"/>
          </a:xfrm>
          <a:prstGeom prst="rect">
            <a:avLst/>
          </a:prstGeom>
          <a:solidFill>
            <a:schemeClr val="accent1">
              <a:alpha val="20000"/>
            </a:schemeClr>
          </a:solidFill>
          <a:ln>
            <a:solidFill>
              <a:srgbClr val="4A7EBB"/>
            </a:solidFill>
            <a:custDash>
              <a:ds d="200000" sp="200000"/>
            </a:custDash>
            <a:miter lim="400000"/>
          </a:ln>
        </p:spPr>
        <p:txBody>
          <a:bodyPr lIns="45719" rIns="45719" anchor="ctr"/>
          <a:lstStyle/>
          <a:p>
            <a:pPr algn="ctr">
              <a:defRPr>
                <a:solidFill>
                  <a:srgbClr val="FFFFFF"/>
                </a:solidFill>
              </a:defRPr>
            </a:pPr>
            <a:endParaRPr/>
          </a:p>
        </p:txBody>
      </p:sp>
      <p:sp>
        <p:nvSpPr>
          <p:cNvPr id="190" name="Shape 190"/>
          <p:cNvSpPr txBox="1"/>
          <p:nvPr/>
        </p:nvSpPr>
        <p:spPr>
          <a:xfrm>
            <a:off x="7170911" y="3143570"/>
            <a:ext cx="271135" cy="33021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p>
            <a:pPr>
              <a:spcBef>
                <a:spcPts val="700"/>
              </a:spcBef>
              <a:defRPr sz="1500">
                <a:solidFill>
                  <a:srgbClr val="404040"/>
                </a:solidFill>
                <a:latin typeface="Chalkboard"/>
                <a:ea typeface="Chalkboard"/>
                <a:cs typeface="Chalkboard"/>
                <a:sym typeface="Chalkboard"/>
              </a:defRPr>
            </a:pPr>
            <a:r>
              <a:t>c</a:t>
            </a:r>
            <a:r>
              <a:rPr baseline="-5999"/>
              <a:t>ij</a:t>
            </a:r>
          </a:p>
        </p:txBody>
      </p:sp>
      <p:sp>
        <p:nvSpPr>
          <p:cNvPr id="191" name="Shape 191"/>
          <p:cNvSpPr txBox="1"/>
          <p:nvPr/>
        </p:nvSpPr>
        <p:spPr>
          <a:xfrm>
            <a:off x="1862311" y="3139902"/>
            <a:ext cx="1914838" cy="33021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p>
            <a:pPr>
              <a:spcBef>
                <a:spcPts val="700"/>
              </a:spcBef>
              <a:defRPr sz="1500">
                <a:solidFill>
                  <a:srgbClr val="404040"/>
                </a:solidFill>
                <a:latin typeface="Chalkboard"/>
                <a:ea typeface="Chalkboard"/>
                <a:cs typeface="Chalkboard"/>
                <a:sym typeface="Chalkboard"/>
              </a:defRPr>
            </a:pPr>
            <a:r>
              <a:t>a</a:t>
            </a:r>
            <a:r>
              <a:rPr baseline="-5999"/>
              <a:t>i1 </a:t>
            </a:r>
            <a:r>
              <a:t>a</a:t>
            </a:r>
            <a:r>
              <a:rPr baseline="-5999"/>
              <a:t>i2 </a:t>
            </a:r>
            <a:r>
              <a:t>a</a:t>
            </a:r>
            <a:r>
              <a:rPr baseline="-5999"/>
              <a:t>i3                  </a:t>
            </a:r>
            <a:r>
              <a:t>a</a:t>
            </a:r>
            <a:r>
              <a:rPr baseline="-5999"/>
              <a:t>ip </a:t>
            </a:r>
          </a:p>
        </p:txBody>
      </p:sp>
      <p:sp>
        <p:nvSpPr>
          <p:cNvPr id="192" name="Shape 192"/>
          <p:cNvSpPr txBox="1"/>
          <p:nvPr/>
        </p:nvSpPr>
        <p:spPr>
          <a:xfrm>
            <a:off x="4941537" y="2908292"/>
            <a:ext cx="307060" cy="33021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p>
            <a:pPr>
              <a:spcBef>
                <a:spcPts val="700"/>
              </a:spcBef>
              <a:defRPr sz="1500">
                <a:solidFill>
                  <a:srgbClr val="404040"/>
                </a:solidFill>
                <a:latin typeface="Chalkboard"/>
                <a:ea typeface="Chalkboard"/>
                <a:cs typeface="Chalkboard"/>
                <a:sym typeface="Chalkboard"/>
              </a:defRPr>
            </a:pPr>
            <a:r>
              <a:t>b</a:t>
            </a:r>
            <a:r>
              <a:rPr baseline="-5999"/>
              <a:t>1j</a:t>
            </a:r>
          </a:p>
        </p:txBody>
      </p:sp>
      <p:sp>
        <p:nvSpPr>
          <p:cNvPr id="193" name="Shape 193"/>
          <p:cNvSpPr txBox="1"/>
          <p:nvPr/>
        </p:nvSpPr>
        <p:spPr>
          <a:xfrm>
            <a:off x="4941537" y="3141133"/>
            <a:ext cx="332179" cy="33021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p>
            <a:pPr>
              <a:spcBef>
                <a:spcPts val="700"/>
              </a:spcBef>
              <a:defRPr sz="1500">
                <a:solidFill>
                  <a:srgbClr val="404040"/>
                </a:solidFill>
                <a:latin typeface="Chalkboard"/>
                <a:ea typeface="Chalkboard"/>
                <a:cs typeface="Chalkboard"/>
                <a:sym typeface="Chalkboard"/>
              </a:defRPr>
            </a:pPr>
            <a:r>
              <a:t>b</a:t>
            </a:r>
            <a:r>
              <a:rPr baseline="-5999"/>
              <a:t>2j</a:t>
            </a:r>
          </a:p>
        </p:txBody>
      </p:sp>
      <p:sp>
        <p:nvSpPr>
          <p:cNvPr id="194" name="Shape 194"/>
          <p:cNvSpPr txBox="1"/>
          <p:nvPr/>
        </p:nvSpPr>
        <p:spPr>
          <a:xfrm>
            <a:off x="4946185" y="3382019"/>
            <a:ext cx="332179" cy="33021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p>
            <a:pPr>
              <a:spcBef>
                <a:spcPts val="700"/>
              </a:spcBef>
              <a:defRPr sz="1500">
                <a:solidFill>
                  <a:srgbClr val="404040"/>
                </a:solidFill>
                <a:latin typeface="Chalkboard"/>
                <a:ea typeface="Chalkboard"/>
                <a:cs typeface="Chalkboard"/>
                <a:sym typeface="Chalkboard"/>
              </a:defRPr>
            </a:pPr>
            <a:r>
              <a:t>b</a:t>
            </a:r>
            <a:r>
              <a:rPr baseline="-5999"/>
              <a:t>3j</a:t>
            </a:r>
          </a:p>
        </p:txBody>
      </p:sp>
      <p:sp>
        <p:nvSpPr>
          <p:cNvPr id="195" name="Shape 195"/>
          <p:cNvSpPr txBox="1"/>
          <p:nvPr/>
        </p:nvSpPr>
        <p:spPr>
          <a:xfrm>
            <a:off x="4946185" y="4515741"/>
            <a:ext cx="325444" cy="33021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p>
            <a:pPr>
              <a:spcBef>
                <a:spcPts val="700"/>
              </a:spcBef>
              <a:defRPr sz="1500">
                <a:solidFill>
                  <a:srgbClr val="404040"/>
                </a:solidFill>
                <a:latin typeface="Chalkboard"/>
                <a:ea typeface="Chalkboard"/>
                <a:cs typeface="Chalkboard"/>
                <a:sym typeface="Chalkboard"/>
              </a:defRPr>
            </a:pPr>
            <a:r>
              <a:t>b</a:t>
            </a:r>
            <a:r>
              <a:rPr baseline="-5999"/>
              <a:t>qj</a:t>
            </a:r>
          </a:p>
        </p:txBody>
      </p:sp>
      <p:sp>
        <p:nvSpPr>
          <p:cNvPr id="196" name="Shape 196"/>
          <p:cNvSpPr txBox="1"/>
          <p:nvPr/>
        </p:nvSpPr>
        <p:spPr>
          <a:xfrm rot="16200000">
            <a:off x="4903437" y="3858148"/>
            <a:ext cx="254576" cy="33021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spcBef>
                <a:spcPts val="700"/>
              </a:spcBef>
              <a:defRPr sz="1500">
                <a:solidFill>
                  <a:srgbClr val="404040"/>
                </a:solidFill>
                <a:latin typeface="Chalkboard"/>
                <a:ea typeface="Chalkboard"/>
                <a:cs typeface="Chalkboard"/>
                <a:sym typeface="Chalkboard"/>
              </a:defRPr>
            </a:lvl1pPr>
          </a:lstStyle>
          <a:p>
            <a:r>
              <a:t>…</a:t>
            </a:r>
          </a:p>
        </p:txBody>
      </p:sp>
      <p:sp>
        <p:nvSpPr>
          <p:cNvPr id="197" name="Shape 197"/>
          <p:cNvSpPr txBox="1"/>
          <p:nvPr/>
        </p:nvSpPr>
        <p:spPr>
          <a:xfrm>
            <a:off x="2879227" y="3130870"/>
            <a:ext cx="254576" cy="33021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spcBef>
                <a:spcPts val="700"/>
              </a:spcBef>
              <a:defRPr sz="1500">
                <a:solidFill>
                  <a:srgbClr val="404040"/>
                </a:solidFill>
                <a:latin typeface="Chalkboard"/>
                <a:ea typeface="Chalkboard"/>
                <a:cs typeface="Chalkboard"/>
                <a:sym typeface="Chalkboard"/>
              </a:defRPr>
            </a:lvl1pPr>
          </a:lstStyle>
          <a:p>
            <a:r>
              <a:t>…</a:t>
            </a:r>
          </a:p>
        </p:txBody>
      </p:sp>
    </p:spTree>
  </p:cSld>
  <p:clrMapOvr>
    <a:masterClrMapping/>
  </p:clrMapOvr>
  <p:transition spd="med" advTm="69157"/>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 name="Shape 199"/>
          <p:cNvSpPr txBox="1">
            <a:spLocks noGrp="1"/>
          </p:cNvSpPr>
          <p:nvPr>
            <p:ph type="body" idx="1"/>
          </p:nvPr>
        </p:nvSpPr>
        <p:spPr>
          <a:prstGeom prst="rect">
            <a:avLst/>
          </a:prstGeom>
        </p:spPr>
        <p:txBody>
          <a:bodyPr/>
          <a:lstStyle/>
          <a:p>
            <a:r>
              <a:t>The identity matrix is the diagonal matrix with ones on the diagonal and zero everywhere else</a:t>
            </a:r>
          </a:p>
          <a:p>
            <a:endParaRPr/>
          </a:p>
          <a:p>
            <a:endParaRPr/>
          </a:p>
          <a:p>
            <a:endParaRPr/>
          </a:p>
          <a:p>
            <a:endParaRPr/>
          </a:p>
          <a:p>
            <a:r>
              <a:t>If </a:t>
            </a:r>
            <a:r>
              <a:rPr b="1">
                <a:latin typeface="+mn-lt"/>
                <a:ea typeface="+mn-ea"/>
                <a:cs typeface="+mn-cs"/>
                <a:sym typeface="Helvetica"/>
              </a:rPr>
              <a:t>A</a:t>
            </a:r>
            <a:r>
              <a:t> is </a:t>
            </a:r>
            <a:r>
              <a:rPr i="1">
                <a:latin typeface="+mn-lt"/>
                <a:ea typeface="+mn-ea"/>
                <a:cs typeface="+mn-cs"/>
                <a:sym typeface="Helvetica"/>
              </a:rPr>
              <a:t>m</a:t>
            </a:r>
            <a:r>
              <a:t> x</a:t>
            </a:r>
            <a:r>
              <a:rPr i="1">
                <a:latin typeface="+mn-lt"/>
                <a:ea typeface="+mn-ea"/>
                <a:cs typeface="+mn-cs"/>
                <a:sym typeface="Helvetica"/>
              </a:rPr>
              <a:t> n</a:t>
            </a:r>
            <a:r>
              <a:t> then </a:t>
            </a:r>
          </a:p>
        </p:txBody>
      </p:sp>
      <p:sp>
        <p:nvSpPr>
          <p:cNvPr id="200" name="Shape 200"/>
          <p:cNvSpPr txBox="1">
            <a:spLocks noGrp="1"/>
          </p:cNvSpPr>
          <p:nvPr>
            <p:ph type="title"/>
          </p:nvPr>
        </p:nvSpPr>
        <p:spPr>
          <a:prstGeom prst="rect">
            <a:avLst/>
          </a:prstGeom>
        </p:spPr>
        <p:txBody>
          <a:bodyPr/>
          <a:lstStyle/>
          <a:p>
            <a:r>
              <a:t>Identity matrix</a:t>
            </a:r>
          </a:p>
        </p:txBody>
      </p:sp>
      <p:sp>
        <p:nvSpPr>
          <p:cNvPr id="201" name="Shape 201"/>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10</a:t>
            </a:fld>
            <a:endParaRPr/>
          </a:p>
        </p:txBody>
      </p:sp>
      <p:pic>
        <p:nvPicPr>
          <p:cNvPr id="202" name="pasted-image.png"/>
          <p:cNvPicPr>
            <a:picLocks noChangeAspect="1"/>
          </p:cNvPicPr>
          <p:nvPr/>
        </p:nvPicPr>
        <p:blipFill>
          <a:blip r:embed="rId2"/>
          <a:stretch>
            <a:fillRect/>
          </a:stretch>
        </p:blipFill>
        <p:spPr>
          <a:xfrm>
            <a:off x="1912416" y="2514329"/>
            <a:ext cx="5319168" cy="2504694"/>
          </a:xfrm>
          <a:prstGeom prst="rect">
            <a:avLst/>
          </a:prstGeom>
          <a:ln w="3175">
            <a:miter lim="400000"/>
          </a:ln>
        </p:spPr>
      </p:pic>
      <p:pic>
        <p:nvPicPr>
          <p:cNvPr id="203" name="pasted-image.png"/>
          <p:cNvPicPr>
            <a:picLocks noChangeAspect="1"/>
          </p:cNvPicPr>
          <p:nvPr/>
        </p:nvPicPr>
        <p:blipFill>
          <a:blip r:embed="rId3"/>
          <a:stretch>
            <a:fillRect/>
          </a:stretch>
        </p:blipFill>
        <p:spPr>
          <a:xfrm>
            <a:off x="2665716" y="5768051"/>
            <a:ext cx="1532918" cy="340649"/>
          </a:xfrm>
          <a:prstGeom prst="rect">
            <a:avLst/>
          </a:prstGeom>
          <a:ln w="12700">
            <a:miter lim="400000"/>
          </a:ln>
        </p:spPr>
      </p:pic>
      <p:pic>
        <p:nvPicPr>
          <p:cNvPr id="204" name="pasted-image.png"/>
          <p:cNvPicPr>
            <a:picLocks noChangeAspect="1"/>
          </p:cNvPicPr>
          <p:nvPr/>
        </p:nvPicPr>
        <p:blipFill>
          <a:blip r:embed="rId4"/>
          <a:stretch>
            <a:fillRect/>
          </a:stretch>
        </p:blipFill>
        <p:spPr>
          <a:xfrm>
            <a:off x="4794649" y="5755351"/>
            <a:ext cx="1607435" cy="340649"/>
          </a:xfrm>
          <a:prstGeom prst="rect">
            <a:avLst/>
          </a:prstGeom>
          <a:ln w="12700">
            <a:miter lim="400000"/>
          </a:ln>
        </p:spPr>
      </p:pic>
    </p:spTree>
  </p:cSld>
  <p:clrMapOvr>
    <a:masterClrMapping/>
  </p:clrMapOvr>
  <p:transition spd="med" advTm="75225"/>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hape 206"/>
          <p:cNvSpPr txBox="1">
            <a:spLocks noGrp="1"/>
          </p:cNvSpPr>
          <p:nvPr>
            <p:ph type="body" idx="1"/>
          </p:nvPr>
        </p:nvSpPr>
        <p:spPr>
          <a:prstGeom prst="rect">
            <a:avLst/>
          </a:prstGeom>
        </p:spPr>
        <p:txBody>
          <a:bodyPr/>
          <a:lstStyle/>
          <a:p>
            <a:r>
              <a:t>The trace of a matrix is equal to the sum of its diagonal elements</a:t>
            </a:r>
          </a:p>
        </p:txBody>
      </p:sp>
      <p:sp>
        <p:nvSpPr>
          <p:cNvPr id="207" name="Shape 207"/>
          <p:cNvSpPr txBox="1">
            <a:spLocks noGrp="1"/>
          </p:cNvSpPr>
          <p:nvPr>
            <p:ph type="title"/>
          </p:nvPr>
        </p:nvSpPr>
        <p:spPr>
          <a:prstGeom prst="rect">
            <a:avLst/>
          </a:prstGeom>
        </p:spPr>
        <p:txBody>
          <a:bodyPr/>
          <a:lstStyle/>
          <a:p>
            <a:r>
              <a:t>Trace of a matrix</a:t>
            </a:r>
          </a:p>
        </p:txBody>
      </p:sp>
      <p:sp>
        <p:nvSpPr>
          <p:cNvPr id="208" name="Shape 208"/>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11</a:t>
            </a:fld>
            <a:endParaRPr/>
          </a:p>
        </p:txBody>
      </p:sp>
      <p:pic>
        <p:nvPicPr>
          <p:cNvPr id="209" name="pasted-image.png"/>
          <p:cNvPicPr>
            <a:picLocks noChangeAspect="1"/>
          </p:cNvPicPr>
          <p:nvPr/>
        </p:nvPicPr>
        <p:blipFill>
          <a:blip r:embed="rId2"/>
          <a:srcRect r="65422"/>
          <a:stretch>
            <a:fillRect/>
          </a:stretch>
        </p:blipFill>
        <p:spPr>
          <a:xfrm>
            <a:off x="3325614" y="2895203"/>
            <a:ext cx="2492733" cy="1067416"/>
          </a:xfrm>
          <a:prstGeom prst="rect">
            <a:avLst/>
          </a:prstGeom>
          <a:ln w="3175">
            <a:miter lim="400000"/>
          </a:ln>
        </p:spPr>
      </p:pic>
      <p:pic>
        <p:nvPicPr>
          <p:cNvPr id="210" name="pasted-image.png"/>
          <p:cNvPicPr>
            <a:picLocks noChangeAspect="1"/>
          </p:cNvPicPr>
          <p:nvPr/>
        </p:nvPicPr>
        <p:blipFill>
          <a:blip r:embed="rId3"/>
          <a:srcRect r="36379"/>
          <a:stretch>
            <a:fillRect/>
          </a:stretch>
        </p:blipFill>
        <p:spPr>
          <a:xfrm>
            <a:off x="1878012" y="4243728"/>
            <a:ext cx="5388054" cy="666316"/>
          </a:xfrm>
          <a:prstGeom prst="rect">
            <a:avLst/>
          </a:prstGeom>
          <a:ln w="3175">
            <a:miter lim="400000"/>
          </a:ln>
        </p:spPr>
      </p:pic>
    </p:spTree>
  </p:cSld>
  <p:clrMapOvr>
    <a:masterClrMapping/>
  </p:clrMapOvr>
  <p:transition spd="med" advTm="80465"/>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 name="Shape 212"/>
          <p:cNvSpPr txBox="1">
            <a:spLocks noGrp="1"/>
          </p:cNvSpPr>
          <p:nvPr>
            <p:ph type="body" idx="1"/>
          </p:nvPr>
        </p:nvSpPr>
        <p:spPr>
          <a:prstGeom prst="rect">
            <a:avLst/>
          </a:prstGeom>
        </p:spPr>
        <p:txBody>
          <a:bodyPr/>
          <a:lstStyle/>
          <a:p>
            <a:r>
              <a:t>A linear system of equations                 can have:</a:t>
            </a:r>
          </a:p>
          <a:p>
            <a:pPr lvl="1"/>
            <a:r>
              <a:t>No solution</a:t>
            </a:r>
          </a:p>
          <a:p>
            <a:pPr lvl="1"/>
            <a:r>
              <a:t>Many solutions</a:t>
            </a:r>
          </a:p>
          <a:p>
            <a:pPr lvl="1"/>
            <a:r>
              <a:t>Exactly one solution: if </a:t>
            </a:r>
            <a:r>
              <a:rPr b="1">
                <a:latin typeface="+mn-lt"/>
                <a:ea typeface="+mn-ea"/>
                <a:cs typeface="+mn-cs"/>
                <a:sym typeface="Helvetica"/>
              </a:rPr>
              <a:t>A</a:t>
            </a:r>
            <a:r>
              <a:t> is invertible</a:t>
            </a:r>
          </a:p>
        </p:txBody>
      </p:sp>
      <p:sp>
        <p:nvSpPr>
          <p:cNvPr id="213" name="Shape 213"/>
          <p:cNvSpPr txBox="1">
            <a:spLocks noGrp="1"/>
          </p:cNvSpPr>
          <p:nvPr>
            <p:ph type="title"/>
          </p:nvPr>
        </p:nvSpPr>
        <p:spPr>
          <a:prstGeom prst="rect">
            <a:avLst/>
          </a:prstGeom>
        </p:spPr>
        <p:txBody>
          <a:bodyPr/>
          <a:lstStyle/>
          <a:p>
            <a:r>
              <a:t>Linear systems of equations</a:t>
            </a:r>
          </a:p>
        </p:txBody>
      </p:sp>
      <p:sp>
        <p:nvSpPr>
          <p:cNvPr id="214" name="Shape 214"/>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12</a:t>
            </a:fld>
            <a:endParaRPr/>
          </a:p>
        </p:txBody>
      </p:sp>
      <p:pic>
        <p:nvPicPr>
          <p:cNvPr id="215" name="pasted-image.png"/>
          <p:cNvPicPr>
            <a:picLocks noChangeAspect="1"/>
          </p:cNvPicPr>
          <p:nvPr/>
        </p:nvPicPr>
        <p:blipFill>
          <a:blip r:embed="rId2"/>
          <a:srcRect r="76337"/>
          <a:stretch>
            <a:fillRect/>
          </a:stretch>
        </p:blipFill>
        <p:spPr>
          <a:xfrm>
            <a:off x="4780654" y="1532182"/>
            <a:ext cx="1872363" cy="727670"/>
          </a:xfrm>
          <a:prstGeom prst="rect">
            <a:avLst/>
          </a:prstGeom>
          <a:ln w="3175">
            <a:miter lim="400000"/>
          </a:ln>
        </p:spPr>
      </p:pic>
      <p:pic>
        <p:nvPicPr>
          <p:cNvPr id="216" name="pasted-image.png"/>
          <p:cNvPicPr>
            <a:picLocks noChangeAspect="1"/>
          </p:cNvPicPr>
          <p:nvPr/>
        </p:nvPicPr>
        <p:blipFill>
          <a:blip r:embed="rId3"/>
          <a:srcRect r="71623"/>
          <a:stretch>
            <a:fillRect/>
          </a:stretch>
        </p:blipFill>
        <p:spPr>
          <a:xfrm>
            <a:off x="3582193" y="4045502"/>
            <a:ext cx="1979524" cy="564470"/>
          </a:xfrm>
          <a:prstGeom prst="rect">
            <a:avLst/>
          </a:prstGeom>
          <a:ln w="3175">
            <a:miter lim="400000"/>
          </a:ln>
        </p:spPr>
      </p:pic>
    </p:spTree>
  </p:cSld>
  <p:clrMapOvr>
    <a:masterClrMapping/>
  </p:clrMapOvr>
  <p:transition spd="med" advTm="235921"/>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 name="Shape 218"/>
          <p:cNvSpPr txBox="1">
            <a:spLocks noGrp="1"/>
          </p:cNvSpPr>
          <p:nvPr>
            <p:ph type="body" idx="1"/>
          </p:nvPr>
        </p:nvSpPr>
        <p:spPr>
          <a:prstGeom prst="rect">
            <a:avLst/>
          </a:prstGeom>
        </p:spPr>
        <p:txBody>
          <a:bodyPr/>
          <a:lstStyle/>
          <a:p>
            <a:r>
              <a:t>A linear system of equations                 can have:</a:t>
            </a:r>
          </a:p>
          <a:p>
            <a:pPr lvl="1"/>
            <a:r>
              <a:t>No solution</a:t>
            </a:r>
          </a:p>
          <a:p>
            <a:pPr lvl="1"/>
            <a:r>
              <a:t>Many solutions</a:t>
            </a:r>
          </a:p>
          <a:p>
            <a:pPr lvl="1"/>
            <a:r>
              <a:t>Exactly one solution: if </a:t>
            </a:r>
            <a:r>
              <a:rPr b="1">
                <a:latin typeface="+mn-lt"/>
                <a:ea typeface="+mn-ea"/>
                <a:cs typeface="+mn-cs"/>
                <a:sym typeface="Helvetica"/>
              </a:rPr>
              <a:t>A</a:t>
            </a:r>
            <a:r>
              <a:t> is invertible</a:t>
            </a:r>
          </a:p>
        </p:txBody>
      </p:sp>
      <p:sp>
        <p:nvSpPr>
          <p:cNvPr id="219" name="Shape 219"/>
          <p:cNvSpPr txBox="1">
            <a:spLocks noGrp="1"/>
          </p:cNvSpPr>
          <p:nvPr>
            <p:ph type="title"/>
          </p:nvPr>
        </p:nvSpPr>
        <p:spPr>
          <a:prstGeom prst="rect">
            <a:avLst/>
          </a:prstGeom>
        </p:spPr>
        <p:txBody>
          <a:bodyPr/>
          <a:lstStyle/>
          <a:p>
            <a:r>
              <a:t>Linear systems of equations</a:t>
            </a:r>
          </a:p>
        </p:txBody>
      </p:sp>
      <p:sp>
        <p:nvSpPr>
          <p:cNvPr id="220" name="Shape 220"/>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13</a:t>
            </a:fld>
            <a:endParaRPr/>
          </a:p>
        </p:txBody>
      </p:sp>
      <p:pic>
        <p:nvPicPr>
          <p:cNvPr id="221" name="pasted-image.pdf"/>
          <p:cNvPicPr>
            <a:picLocks noChangeAspect="1"/>
          </p:cNvPicPr>
          <p:nvPr/>
        </p:nvPicPr>
        <p:blipFill>
          <a:blip r:embed="rId2"/>
          <a:srcRect r="76337"/>
          <a:stretch>
            <a:fillRect/>
          </a:stretch>
        </p:blipFill>
        <p:spPr>
          <a:xfrm>
            <a:off x="4780654" y="1532182"/>
            <a:ext cx="1872363" cy="727670"/>
          </a:xfrm>
          <a:prstGeom prst="rect">
            <a:avLst/>
          </a:prstGeom>
          <a:ln w="3175">
            <a:miter lim="400000"/>
          </a:ln>
        </p:spPr>
      </p:pic>
      <p:pic>
        <p:nvPicPr>
          <p:cNvPr id="222" name="pasted-image.png"/>
          <p:cNvPicPr>
            <a:picLocks noChangeAspect="1"/>
          </p:cNvPicPr>
          <p:nvPr/>
        </p:nvPicPr>
        <p:blipFill>
          <a:blip r:embed="rId3"/>
          <a:srcRect l="7412" r="58818"/>
          <a:stretch>
            <a:fillRect/>
          </a:stretch>
        </p:blipFill>
        <p:spPr>
          <a:xfrm>
            <a:off x="3422253" y="3937542"/>
            <a:ext cx="2299317" cy="1721102"/>
          </a:xfrm>
          <a:prstGeom prst="rect">
            <a:avLst/>
          </a:prstGeom>
          <a:ln w="3175">
            <a:miter lim="400000"/>
          </a:ln>
        </p:spPr>
      </p:pic>
    </p:spTree>
  </p:cSld>
  <p:clrMapOvr>
    <a:masterClrMapping/>
  </p:clrMapOvr>
  <p:transition spd="med" advTm="56259"/>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 name="Shape 224"/>
          <p:cNvSpPr txBox="1">
            <a:spLocks noGrp="1"/>
          </p:cNvSpPr>
          <p:nvPr>
            <p:ph type="body" idx="1"/>
          </p:nvPr>
        </p:nvSpPr>
        <p:spPr>
          <a:prstGeom prst="rect">
            <a:avLst/>
          </a:prstGeom>
        </p:spPr>
        <p:txBody>
          <a:bodyPr/>
          <a:lstStyle/>
          <a:p>
            <a:r>
              <a:t>A linear system of equations                 can have:</a:t>
            </a:r>
          </a:p>
          <a:p>
            <a:pPr lvl="1"/>
            <a:r>
              <a:t>No solution</a:t>
            </a:r>
          </a:p>
          <a:p>
            <a:pPr lvl="1"/>
            <a:r>
              <a:t>Many solutions</a:t>
            </a:r>
          </a:p>
          <a:p>
            <a:pPr lvl="1"/>
            <a:r>
              <a:t>Exactly one solution: if </a:t>
            </a:r>
            <a:r>
              <a:rPr b="1">
                <a:latin typeface="+mn-lt"/>
                <a:ea typeface="+mn-ea"/>
                <a:cs typeface="+mn-cs"/>
                <a:sym typeface="Helvetica"/>
              </a:rPr>
              <a:t>A</a:t>
            </a:r>
            <a:r>
              <a:t> is invertible</a:t>
            </a:r>
          </a:p>
          <a:p>
            <a:pPr lvl="1"/>
            <a:r>
              <a:t>Matrix can’t be inverted if…</a:t>
            </a:r>
          </a:p>
          <a:p>
            <a:pPr marL="1220560" lvl="2" indent="-306160">
              <a:buChar char="–"/>
            </a:pPr>
            <a:r>
              <a:t>More rows/columns than columns/rows</a:t>
            </a:r>
          </a:p>
          <a:p>
            <a:pPr marL="1220560" lvl="2" indent="-306160">
              <a:buChar char="–"/>
            </a:pPr>
            <a:r>
              <a:t>Redundant rows/columns (“linearly dependent”, “low rank”)</a:t>
            </a:r>
          </a:p>
        </p:txBody>
      </p:sp>
      <p:sp>
        <p:nvSpPr>
          <p:cNvPr id="225" name="Shape 225"/>
          <p:cNvSpPr txBox="1">
            <a:spLocks noGrp="1"/>
          </p:cNvSpPr>
          <p:nvPr>
            <p:ph type="title"/>
          </p:nvPr>
        </p:nvSpPr>
        <p:spPr>
          <a:prstGeom prst="rect">
            <a:avLst/>
          </a:prstGeom>
        </p:spPr>
        <p:txBody>
          <a:bodyPr/>
          <a:lstStyle/>
          <a:p>
            <a:r>
              <a:t>Linear systems of equations</a:t>
            </a:r>
          </a:p>
        </p:txBody>
      </p:sp>
      <p:sp>
        <p:nvSpPr>
          <p:cNvPr id="226" name="Shape 226"/>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14</a:t>
            </a:fld>
            <a:endParaRPr/>
          </a:p>
        </p:txBody>
      </p:sp>
      <p:pic>
        <p:nvPicPr>
          <p:cNvPr id="227" name="pasted-image.pdf"/>
          <p:cNvPicPr>
            <a:picLocks noChangeAspect="1"/>
          </p:cNvPicPr>
          <p:nvPr/>
        </p:nvPicPr>
        <p:blipFill>
          <a:blip r:embed="rId2"/>
          <a:srcRect r="76337"/>
          <a:stretch>
            <a:fillRect/>
          </a:stretch>
        </p:blipFill>
        <p:spPr>
          <a:xfrm>
            <a:off x="4780654" y="1532182"/>
            <a:ext cx="1872363" cy="727670"/>
          </a:xfrm>
          <a:prstGeom prst="rect">
            <a:avLst/>
          </a:prstGeom>
          <a:ln w="3175">
            <a:miter lim="400000"/>
          </a:ln>
        </p:spPr>
      </p:pic>
    </p:spTree>
  </p:cSld>
  <p:clrMapOvr>
    <a:masterClrMapping/>
  </p:clrMapOvr>
  <p:transition spd="med" advTm="138789"/>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 name="Shape 229"/>
          <p:cNvSpPr txBox="1">
            <a:spLocks noGrp="1"/>
          </p:cNvSpPr>
          <p:nvPr>
            <p:ph type="body" idx="1"/>
          </p:nvPr>
        </p:nvSpPr>
        <p:spPr>
          <a:prstGeom prst="rect">
            <a:avLst/>
          </a:prstGeom>
        </p:spPr>
        <p:txBody>
          <a:bodyPr/>
          <a:lstStyle/>
          <a:p>
            <a:r>
              <a:t>Functions that measure how “large” a vector is</a:t>
            </a:r>
          </a:p>
          <a:p>
            <a:r>
              <a:t>Similar to a distance between zero and the point represented by the vector</a:t>
            </a:r>
          </a:p>
        </p:txBody>
      </p:sp>
      <p:sp>
        <p:nvSpPr>
          <p:cNvPr id="230" name="Shape 230"/>
          <p:cNvSpPr txBox="1">
            <a:spLocks noGrp="1"/>
          </p:cNvSpPr>
          <p:nvPr>
            <p:ph type="title"/>
          </p:nvPr>
        </p:nvSpPr>
        <p:spPr>
          <a:prstGeom prst="rect">
            <a:avLst/>
          </a:prstGeom>
        </p:spPr>
        <p:txBody>
          <a:bodyPr/>
          <a:lstStyle/>
          <a:p>
            <a:r>
              <a:t>Norms</a:t>
            </a:r>
          </a:p>
        </p:txBody>
      </p:sp>
      <p:sp>
        <p:nvSpPr>
          <p:cNvPr id="231" name="Shape 231"/>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15</a:t>
            </a:fld>
            <a:endParaRPr/>
          </a:p>
        </p:txBody>
      </p:sp>
      <p:pic>
        <p:nvPicPr>
          <p:cNvPr id="232" name="pasted-image.png"/>
          <p:cNvPicPr>
            <a:picLocks noChangeAspect="1"/>
          </p:cNvPicPr>
          <p:nvPr/>
        </p:nvPicPr>
        <p:blipFill>
          <a:blip r:embed="rId2"/>
          <a:stretch>
            <a:fillRect/>
          </a:stretch>
        </p:blipFill>
        <p:spPr>
          <a:xfrm>
            <a:off x="851487" y="3622409"/>
            <a:ext cx="7441026" cy="1925489"/>
          </a:xfrm>
          <a:prstGeom prst="rect">
            <a:avLst/>
          </a:prstGeom>
          <a:ln w="3175">
            <a:miter lim="400000"/>
          </a:ln>
        </p:spPr>
      </p:pic>
    </p:spTree>
  </p:cSld>
  <p:clrMapOvr>
    <a:masterClrMapping/>
  </p:clrMapOvr>
  <p:transition spd="med" advTm="135318"/>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 name="Shape 234"/>
          <p:cNvSpPr txBox="1">
            <a:spLocks noGrp="1"/>
          </p:cNvSpPr>
          <p:nvPr>
            <p:ph type="body" idx="1"/>
          </p:nvPr>
        </p:nvSpPr>
        <p:spPr>
          <a:prstGeom prst="rect">
            <a:avLst/>
          </a:prstGeom>
        </p:spPr>
        <p:txBody>
          <a:bodyPr/>
          <a:lstStyle/>
          <a:p>
            <a:r>
              <a:rPr i="1">
                <a:latin typeface="+mn-lt"/>
                <a:ea typeface="+mn-ea"/>
                <a:cs typeface="+mn-cs"/>
                <a:sym typeface="Helvetica"/>
              </a:rPr>
              <a:t>L</a:t>
            </a:r>
            <a:r>
              <a:rPr i="1" baseline="-5999">
                <a:latin typeface="+mn-lt"/>
                <a:ea typeface="+mn-ea"/>
                <a:cs typeface="+mn-cs"/>
                <a:sym typeface="Helvetica"/>
              </a:rPr>
              <a:t>p</a:t>
            </a:r>
            <a:r>
              <a:t> norms</a:t>
            </a:r>
          </a:p>
          <a:p>
            <a:endParaRPr/>
          </a:p>
          <a:p>
            <a:endParaRPr/>
          </a:p>
          <a:p>
            <a:r>
              <a:t>Most popular norm: </a:t>
            </a:r>
            <a:r>
              <a:rPr i="1">
                <a:latin typeface="+mn-lt"/>
                <a:ea typeface="+mn-ea"/>
                <a:cs typeface="+mn-cs"/>
                <a:sym typeface="Helvetica"/>
              </a:rPr>
              <a:t>L</a:t>
            </a:r>
            <a:r>
              <a:rPr i="1" baseline="-5999">
                <a:latin typeface="+mn-lt"/>
                <a:ea typeface="+mn-ea"/>
                <a:cs typeface="+mn-cs"/>
                <a:sym typeface="Helvetica"/>
              </a:rPr>
              <a:t>2</a:t>
            </a:r>
            <a:r>
              <a:t> norm</a:t>
            </a:r>
          </a:p>
          <a:p>
            <a:r>
              <a:rPr i="1">
                <a:latin typeface="+mn-lt"/>
                <a:ea typeface="+mn-ea"/>
                <a:cs typeface="+mn-cs"/>
                <a:sym typeface="Helvetica"/>
              </a:rPr>
              <a:t>L</a:t>
            </a:r>
            <a:r>
              <a:rPr i="1" baseline="-5999">
                <a:latin typeface="+mn-lt"/>
                <a:ea typeface="+mn-ea"/>
                <a:cs typeface="+mn-cs"/>
                <a:sym typeface="Helvetica"/>
              </a:rPr>
              <a:t>1</a:t>
            </a:r>
            <a:r>
              <a:t> norm:  </a:t>
            </a:r>
          </a:p>
          <a:p>
            <a:endParaRPr/>
          </a:p>
          <a:p>
            <a:r>
              <a:t>Max norm, infinite </a:t>
            </a:r>
            <a:r>
              <a:rPr i="1">
                <a:latin typeface="+mn-lt"/>
                <a:ea typeface="+mn-ea"/>
                <a:cs typeface="+mn-cs"/>
                <a:sym typeface="Helvetica"/>
              </a:rPr>
              <a:t>p:</a:t>
            </a:r>
          </a:p>
        </p:txBody>
      </p:sp>
      <p:sp>
        <p:nvSpPr>
          <p:cNvPr id="235" name="Shape 235"/>
          <p:cNvSpPr txBox="1">
            <a:spLocks noGrp="1"/>
          </p:cNvSpPr>
          <p:nvPr>
            <p:ph type="title"/>
          </p:nvPr>
        </p:nvSpPr>
        <p:spPr>
          <a:prstGeom prst="rect">
            <a:avLst/>
          </a:prstGeom>
        </p:spPr>
        <p:txBody>
          <a:bodyPr/>
          <a:lstStyle/>
          <a:p>
            <a:r>
              <a:t>Norms</a:t>
            </a:r>
          </a:p>
        </p:txBody>
      </p:sp>
      <p:sp>
        <p:nvSpPr>
          <p:cNvPr id="236" name="Shape 236"/>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16</a:t>
            </a:fld>
            <a:endParaRPr/>
          </a:p>
        </p:txBody>
      </p:sp>
      <p:pic>
        <p:nvPicPr>
          <p:cNvPr id="237" name="pasted-image.png"/>
          <p:cNvPicPr>
            <a:picLocks noChangeAspect="1"/>
          </p:cNvPicPr>
          <p:nvPr/>
        </p:nvPicPr>
        <p:blipFill>
          <a:blip r:embed="rId2"/>
          <a:stretch>
            <a:fillRect/>
          </a:stretch>
        </p:blipFill>
        <p:spPr>
          <a:xfrm>
            <a:off x="2805653" y="1621269"/>
            <a:ext cx="3532694" cy="1689028"/>
          </a:xfrm>
          <a:prstGeom prst="rect">
            <a:avLst/>
          </a:prstGeom>
          <a:ln w="3175">
            <a:miter lim="400000"/>
          </a:ln>
        </p:spPr>
      </p:pic>
      <p:pic>
        <p:nvPicPr>
          <p:cNvPr id="238" name="pasted-image.png"/>
          <p:cNvPicPr>
            <a:picLocks noChangeAspect="1"/>
          </p:cNvPicPr>
          <p:nvPr/>
        </p:nvPicPr>
        <p:blipFill>
          <a:blip r:embed="rId3"/>
          <a:srcRect r="67831"/>
          <a:stretch>
            <a:fillRect/>
          </a:stretch>
        </p:blipFill>
        <p:spPr>
          <a:xfrm>
            <a:off x="3379985" y="4103885"/>
            <a:ext cx="2384165" cy="1190323"/>
          </a:xfrm>
          <a:prstGeom prst="rect">
            <a:avLst/>
          </a:prstGeom>
          <a:ln w="3175">
            <a:miter lim="400000"/>
          </a:ln>
        </p:spPr>
      </p:pic>
      <p:pic>
        <p:nvPicPr>
          <p:cNvPr id="239" name="pasted-image.png"/>
          <p:cNvPicPr>
            <a:picLocks noChangeAspect="1"/>
          </p:cNvPicPr>
          <p:nvPr/>
        </p:nvPicPr>
        <p:blipFill>
          <a:blip r:embed="rId4"/>
          <a:srcRect r="64105"/>
          <a:stretch>
            <a:fillRect/>
          </a:stretch>
        </p:blipFill>
        <p:spPr>
          <a:xfrm>
            <a:off x="3410743" y="5583881"/>
            <a:ext cx="2576618" cy="900831"/>
          </a:xfrm>
          <a:prstGeom prst="rect">
            <a:avLst/>
          </a:prstGeom>
          <a:ln w="3175">
            <a:miter lim="400000"/>
          </a:ln>
        </p:spPr>
      </p:pic>
    </p:spTree>
  </p:cSld>
  <p:clrMapOvr>
    <a:masterClrMapping/>
  </p:clrMapOvr>
  <p:transition spd="med" advTm="144432"/>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 name="Shape 241"/>
          <p:cNvSpPr txBox="1">
            <a:spLocks noGrp="1"/>
          </p:cNvSpPr>
          <p:nvPr>
            <p:ph type="body" idx="1"/>
          </p:nvPr>
        </p:nvSpPr>
        <p:spPr>
          <a:prstGeom prst="rect">
            <a:avLst/>
          </a:prstGeom>
        </p:spPr>
        <p:txBody>
          <a:bodyPr/>
          <a:lstStyle/>
          <a:p>
            <a:r>
              <a:t>Unit vector:</a:t>
            </a:r>
          </a:p>
          <a:p>
            <a:endParaRPr/>
          </a:p>
          <a:p>
            <a:r>
              <a:t>Symmetric Matrix:</a:t>
            </a:r>
          </a:p>
          <a:p>
            <a:endParaRPr/>
          </a:p>
          <a:p>
            <a:r>
              <a:t>Orthogonal matrix:</a:t>
            </a:r>
          </a:p>
        </p:txBody>
      </p:sp>
      <p:sp>
        <p:nvSpPr>
          <p:cNvPr id="242" name="Shape 242"/>
          <p:cNvSpPr txBox="1">
            <a:spLocks noGrp="1"/>
          </p:cNvSpPr>
          <p:nvPr>
            <p:ph type="title"/>
          </p:nvPr>
        </p:nvSpPr>
        <p:spPr>
          <a:prstGeom prst="rect">
            <a:avLst/>
          </a:prstGeom>
        </p:spPr>
        <p:txBody>
          <a:bodyPr/>
          <a:lstStyle/>
          <a:p>
            <a:r>
              <a:t>Special vectors and matrices</a:t>
            </a:r>
          </a:p>
        </p:txBody>
      </p:sp>
      <p:sp>
        <p:nvSpPr>
          <p:cNvPr id="243" name="Shape 243"/>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17</a:t>
            </a:fld>
            <a:endParaRPr/>
          </a:p>
        </p:txBody>
      </p:sp>
      <p:pic>
        <p:nvPicPr>
          <p:cNvPr id="244" name="pasted-image.png"/>
          <p:cNvPicPr>
            <a:picLocks noChangeAspect="1"/>
          </p:cNvPicPr>
          <p:nvPr/>
        </p:nvPicPr>
        <p:blipFill>
          <a:blip r:embed="rId2"/>
          <a:srcRect r="77062"/>
          <a:stretch>
            <a:fillRect/>
          </a:stretch>
        </p:blipFill>
        <p:spPr>
          <a:xfrm>
            <a:off x="3849489" y="2123914"/>
            <a:ext cx="1445126" cy="553283"/>
          </a:xfrm>
          <a:prstGeom prst="rect">
            <a:avLst/>
          </a:prstGeom>
          <a:ln w="3175">
            <a:miter lim="400000"/>
          </a:ln>
        </p:spPr>
      </p:pic>
      <p:pic>
        <p:nvPicPr>
          <p:cNvPr id="245" name="pasted-image.png"/>
          <p:cNvPicPr>
            <a:picLocks noChangeAspect="1"/>
          </p:cNvPicPr>
          <p:nvPr/>
        </p:nvPicPr>
        <p:blipFill>
          <a:blip r:embed="rId3"/>
          <a:srcRect r="80563"/>
          <a:stretch>
            <a:fillRect/>
          </a:stretch>
        </p:blipFill>
        <p:spPr>
          <a:xfrm>
            <a:off x="3971726" y="3389219"/>
            <a:ext cx="1200618" cy="561708"/>
          </a:xfrm>
          <a:prstGeom prst="rect">
            <a:avLst/>
          </a:prstGeom>
          <a:ln w="3175">
            <a:miter lim="400000"/>
          </a:ln>
        </p:spPr>
      </p:pic>
      <p:pic>
        <p:nvPicPr>
          <p:cNvPr id="246" name="pasted-image.png"/>
          <p:cNvPicPr>
            <a:picLocks noChangeAspect="1"/>
          </p:cNvPicPr>
          <p:nvPr/>
        </p:nvPicPr>
        <p:blipFill>
          <a:blip r:embed="rId4"/>
          <a:srcRect r="62262"/>
          <a:stretch>
            <a:fillRect/>
          </a:stretch>
        </p:blipFill>
        <p:spPr>
          <a:xfrm>
            <a:off x="3277790" y="4662859"/>
            <a:ext cx="2588383" cy="553211"/>
          </a:xfrm>
          <a:prstGeom prst="rect">
            <a:avLst/>
          </a:prstGeom>
          <a:ln w="3175">
            <a:miter lim="400000"/>
          </a:ln>
        </p:spPr>
      </p:pic>
      <p:pic>
        <p:nvPicPr>
          <p:cNvPr id="247" name="pasted-image.png"/>
          <p:cNvPicPr>
            <a:picLocks noChangeAspect="1"/>
          </p:cNvPicPr>
          <p:nvPr/>
        </p:nvPicPr>
        <p:blipFill>
          <a:blip r:embed="rId5"/>
          <a:stretch>
            <a:fillRect/>
          </a:stretch>
        </p:blipFill>
        <p:spPr>
          <a:xfrm>
            <a:off x="3819992" y="5216909"/>
            <a:ext cx="1504017" cy="561707"/>
          </a:xfrm>
          <a:prstGeom prst="rect">
            <a:avLst/>
          </a:prstGeom>
          <a:ln w="3175">
            <a:miter lim="400000"/>
          </a:ln>
        </p:spPr>
      </p:pic>
    </p:spTree>
  </p:cSld>
  <p:clrMapOvr>
    <a:masterClrMapping/>
  </p:clrMapOvr>
  <p:transition spd="med" advTm="242719"/>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 name="Shape 249"/>
          <p:cNvSpPr txBox="1">
            <a:spLocks noGrp="1"/>
          </p:cNvSpPr>
          <p:nvPr>
            <p:ph type="body" idx="1"/>
          </p:nvPr>
        </p:nvSpPr>
        <p:spPr>
          <a:prstGeom prst="rect">
            <a:avLst/>
          </a:prstGeom>
        </p:spPr>
        <p:txBody>
          <a:bodyPr/>
          <a:lstStyle/>
          <a:p>
            <a:r>
              <a:t>Eigenvector and eigenvalue of a square matrix </a:t>
            </a:r>
            <a:r>
              <a:rPr b="1">
                <a:latin typeface="+mn-lt"/>
                <a:ea typeface="+mn-ea"/>
                <a:cs typeface="+mn-cs"/>
                <a:sym typeface="Helvetica"/>
              </a:rPr>
              <a:t>A</a:t>
            </a:r>
          </a:p>
          <a:p>
            <a:endParaRPr b="1">
              <a:latin typeface="+mn-lt"/>
              <a:ea typeface="+mn-ea"/>
              <a:cs typeface="+mn-cs"/>
              <a:sym typeface="Helvetica"/>
            </a:endParaRPr>
          </a:p>
          <a:p>
            <a:r>
              <a:t>Eigendecomposition of a diagonalisable matrix</a:t>
            </a:r>
          </a:p>
          <a:p>
            <a:endParaRPr/>
          </a:p>
          <a:p>
            <a:r>
              <a:t>Every real symmetric matrix has a real, orthogonal eigendecomposition</a:t>
            </a:r>
          </a:p>
        </p:txBody>
      </p:sp>
      <p:sp>
        <p:nvSpPr>
          <p:cNvPr id="250" name="Shape 250"/>
          <p:cNvSpPr txBox="1">
            <a:spLocks noGrp="1"/>
          </p:cNvSpPr>
          <p:nvPr>
            <p:ph type="title"/>
          </p:nvPr>
        </p:nvSpPr>
        <p:spPr>
          <a:prstGeom prst="rect">
            <a:avLst/>
          </a:prstGeom>
        </p:spPr>
        <p:txBody>
          <a:bodyPr/>
          <a:lstStyle/>
          <a:p>
            <a:r>
              <a:rPr dirty="0"/>
              <a:t>Matrix </a:t>
            </a:r>
            <a:r>
              <a:rPr dirty="0" err="1"/>
              <a:t>eigendecomposition</a:t>
            </a:r>
            <a:endParaRPr dirty="0"/>
          </a:p>
        </p:txBody>
      </p:sp>
      <p:sp>
        <p:nvSpPr>
          <p:cNvPr id="251" name="Shape 251"/>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18</a:t>
            </a:fld>
            <a:endParaRPr/>
          </a:p>
        </p:txBody>
      </p:sp>
      <p:pic>
        <p:nvPicPr>
          <p:cNvPr id="252" name="pasted-image.png"/>
          <p:cNvPicPr>
            <a:picLocks noChangeAspect="1"/>
          </p:cNvPicPr>
          <p:nvPr/>
        </p:nvPicPr>
        <p:blipFill>
          <a:blip r:embed="rId3"/>
          <a:srcRect r="78133"/>
          <a:stretch>
            <a:fillRect/>
          </a:stretch>
        </p:blipFill>
        <p:spPr>
          <a:xfrm>
            <a:off x="3853060" y="2172940"/>
            <a:ext cx="1437773" cy="597211"/>
          </a:xfrm>
          <a:prstGeom prst="rect">
            <a:avLst/>
          </a:prstGeom>
          <a:ln w="3175">
            <a:miter lim="400000"/>
          </a:ln>
        </p:spPr>
      </p:pic>
      <p:pic>
        <p:nvPicPr>
          <p:cNvPr id="253" name="pasted-image.png"/>
          <p:cNvPicPr>
            <a:picLocks noChangeAspect="1"/>
          </p:cNvPicPr>
          <p:nvPr/>
        </p:nvPicPr>
        <p:blipFill>
          <a:blip r:embed="rId4"/>
          <a:srcRect r="60193"/>
          <a:stretch>
            <a:fillRect/>
          </a:stretch>
        </p:blipFill>
        <p:spPr>
          <a:xfrm>
            <a:off x="3114278" y="3342977"/>
            <a:ext cx="2915522" cy="656045"/>
          </a:xfrm>
          <a:prstGeom prst="rect">
            <a:avLst/>
          </a:prstGeom>
          <a:ln w="3175">
            <a:miter lim="400000"/>
          </a:ln>
        </p:spPr>
      </p:pic>
      <p:pic>
        <p:nvPicPr>
          <p:cNvPr id="254" name="pasted-image.png"/>
          <p:cNvPicPr>
            <a:picLocks noChangeAspect="1"/>
          </p:cNvPicPr>
          <p:nvPr/>
        </p:nvPicPr>
        <p:blipFill>
          <a:blip r:embed="rId5"/>
          <a:srcRect r="72448"/>
          <a:stretch>
            <a:fillRect/>
          </a:stretch>
        </p:blipFill>
        <p:spPr>
          <a:xfrm>
            <a:off x="3670696" y="4843683"/>
            <a:ext cx="1802619" cy="597261"/>
          </a:xfrm>
          <a:prstGeom prst="rect">
            <a:avLst/>
          </a:prstGeom>
          <a:ln w="3175">
            <a:miter lim="400000"/>
          </a:ln>
        </p:spPr>
      </p:pic>
      <p:sp>
        <p:nvSpPr>
          <p:cNvPr id="255" name="Shape 255"/>
          <p:cNvSpPr/>
          <p:nvPr/>
        </p:nvSpPr>
        <p:spPr>
          <a:xfrm>
            <a:off x="3429000" y="5545335"/>
            <a:ext cx="892969" cy="892970"/>
          </a:xfrm>
          <a:prstGeom prst="rect">
            <a:avLst/>
          </a:prstGeom>
          <a:solidFill>
            <a:srgbClr val="FFFFFF"/>
          </a:solidFill>
          <a:ln w="3175">
            <a:miter lim="400000"/>
          </a:ln>
        </p:spPr>
        <p:txBody>
          <a:bodyPr lIns="35718" tIns="35718" rIns="35718" bIns="35718" anchor="ctr"/>
          <a:lstStyle/>
          <a:p>
            <a:pPr algn="ctr" defTabSz="410765">
              <a:defRPr sz="1600">
                <a:solidFill>
                  <a:srgbClr val="FFFFFF"/>
                </a:solidFill>
                <a:latin typeface="Helvetica Light"/>
                <a:ea typeface="Helvetica Light"/>
                <a:cs typeface="Helvetica Light"/>
                <a:sym typeface="Helvetica Light"/>
              </a:defRPr>
            </a:pPr>
            <a:endParaRPr/>
          </a:p>
        </p:txBody>
      </p:sp>
    </p:spTree>
  </p:cSld>
  <p:clrMapOvr>
    <a:masterClrMapping/>
  </p:clrMapOvr>
  <p:transition spd="med" advTm="316178"/>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7" name="Shape 257"/>
          <p:cNvSpPr txBox="1">
            <a:spLocks noGrp="1"/>
          </p:cNvSpPr>
          <p:nvPr>
            <p:ph type="title"/>
          </p:nvPr>
        </p:nvSpPr>
        <p:spPr>
          <a:prstGeom prst="rect">
            <a:avLst/>
          </a:prstGeom>
        </p:spPr>
        <p:txBody>
          <a:bodyPr/>
          <a:lstStyle/>
          <a:p>
            <a:r>
              <a:t>Eigenvalues interpretation</a:t>
            </a:r>
          </a:p>
        </p:txBody>
      </p:sp>
      <p:sp>
        <p:nvSpPr>
          <p:cNvPr id="258" name="Shape 258"/>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19</a:t>
            </a:fld>
            <a:endParaRPr/>
          </a:p>
        </p:txBody>
      </p:sp>
      <p:pic>
        <p:nvPicPr>
          <p:cNvPr id="259" name="pasted-image.png"/>
          <p:cNvPicPr>
            <a:picLocks noChangeAspect="1"/>
          </p:cNvPicPr>
          <p:nvPr/>
        </p:nvPicPr>
        <p:blipFill>
          <a:blip r:embed="rId3"/>
          <a:stretch>
            <a:fillRect/>
          </a:stretch>
        </p:blipFill>
        <p:spPr>
          <a:xfrm>
            <a:off x="300328" y="1902906"/>
            <a:ext cx="8543344" cy="4594345"/>
          </a:xfrm>
          <a:prstGeom prst="rect">
            <a:avLst/>
          </a:prstGeom>
          <a:ln w="3175">
            <a:miter lim="400000"/>
          </a:ln>
        </p:spPr>
      </p:pic>
    </p:spTree>
  </p:cSld>
  <p:clrMapOvr>
    <a:masterClrMapping/>
  </p:clrMapOvr>
  <p:transition spd="med" advTm="101678"/>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1" name="Shape 261"/>
          <p:cNvSpPr txBox="1">
            <a:spLocks noGrp="1"/>
          </p:cNvSpPr>
          <p:nvPr>
            <p:ph type="body" idx="1"/>
          </p:nvPr>
        </p:nvSpPr>
        <p:spPr>
          <a:prstGeom prst="rect">
            <a:avLst/>
          </a:prstGeom>
        </p:spPr>
        <p:txBody>
          <a:bodyPr/>
          <a:lstStyle/>
          <a:p>
            <a:r>
              <a:t>What if the matrix </a:t>
            </a:r>
            <a:r>
              <a:rPr b="1">
                <a:latin typeface="+mn-lt"/>
                <a:ea typeface="+mn-ea"/>
                <a:cs typeface="+mn-cs"/>
                <a:sym typeface="Helvetica"/>
              </a:rPr>
              <a:t>A</a:t>
            </a:r>
            <a:r>
              <a:t> is not square?</a:t>
            </a:r>
          </a:p>
        </p:txBody>
      </p:sp>
      <p:sp>
        <p:nvSpPr>
          <p:cNvPr id="262" name="Shape 262"/>
          <p:cNvSpPr txBox="1">
            <a:spLocks noGrp="1"/>
          </p:cNvSpPr>
          <p:nvPr>
            <p:ph type="title"/>
          </p:nvPr>
        </p:nvSpPr>
        <p:spPr>
          <a:prstGeom prst="rect">
            <a:avLst/>
          </a:prstGeom>
        </p:spPr>
        <p:txBody>
          <a:bodyPr/>
          <a:lstStyle/>
          <a:p>
            <a:r>
              <a:t>Singular value decomposition</a:t>
            </a:r>
          </a:p>
        </p:txBody>
      </p:sp>
      <p:sp>
        <p:nvSpPr>
          <p:cNvPr id="263" name="Shape 263"/>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20</a:t>
            </a:fld>
            <a:endParaRPr/>
          </a:p>
        </p:txBody>
      </p:sp>
      <p:pic>
        <p:nvPicPr>
          <p:cNvPr id="264" name="pasted-image.png"/>
          <p:cNvPicPr>
            <a:picLocks noChangeAspect="1"/>
          </p:cNvPicPr>
          <p:nvPr/>
        </p:nvPicPr>
        <p:blipFill>
          <a:blip r:embed="rId2"/>
          <a:srcRect r="71146"/>
          <a:stretch>
            <a:fillRect/>
          </a:stretch>
        </p:blipFill>
        <p:spPr>
          <a:xfrm>
            <a:off x="3590329" y="2510938"/>
            <a:ext cx="1963295" cy="629712"/>
          </a:xfrm>
          <a:prstGeom prst="rect">
            <a:avLst/>
          </a:prstGeom>
          <a:ln w="3175">
            <a:miter lim="400000"/>
          </a:ln>
        </p:spPr>
      </p:pic>
    </p:spTree>
  </p:cSld>
  <p:clrMapOvr>
    <a:masterClrMapping/>
  </p:clrMapOvr>
  <p:transition spd="med" advTm="59945"/>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 name="Shape 266"/>
          <p:cNvSpPr txBox="1">
            <a:spLocks noGrp="1"/>
          </p:cNvSpPr>
          <p:nvPr>
            <p:ph type="body" idx="1"/>
          </p:nvPr>
        </p:nvSpPr>
        <p:spPr>
          <a:prstGeom prst="rect">
            <a:avLst/>
          </a:prstGeom>
        </p:spPr>
        <p:txBody>
          <a:bodyPr/>
          <a:lstStyle/>
          <a:p>
            <a:r>
              <a:t>What if the matrix </a:t>
            </a:r>
            <a:r>
              <a:rPr b="1">
                <a:latin typeface="+mn-lt"/>
                <a:ea typeface="+mn-ea"/>
                <a:cs typeface="+mn-cs"/>
                <a:sym typeface="Helvetica"/>
              </a:rPr>
              <a:t>A</a:t>
            </a:r>
            <a:r>
              <a:t> is not square?</a:t>
            </a:r>
          </a:p>
          <a:p>
            <a:endParaRPr/>
          </a:p>
          <a:p>
            <a:endParaRPr/>
          </a:p>
          <a:p>
            <a:endParaRPr/>
          </a:p>
          <a:p>
            <a:r>
              <a:t>More general; matrix need not be square</a:t>
            </a:r>
          </a:p>
        </p:txBody>
      </p:sp>
      <p:sp>
        <p:nvSpPr>
          <p:cNvPr id="267" name="Shape 267"/>
          <p:cNvSpPr txBox="1">
            <a:spLocks noGrp="1"/>
          </p:cNvSpPr>
          <p:nvPr>
            <p:ph type="title"/>
          </p:nvPr>
        </p:nvSpPr>
        <p:spPr>
          <a:prstGeom prst="rect">
            <a:avLst/>
          </a:prstGeom>
        </p:spPr>
        <p:txBody>
          <a:bodyPr/>
          <a:lstStyle/>
          <a:p>
            <a:r>
              <a:t>Singular value decomposition</a:t>
            </a:r>
          </a:p>
        </p:txBody>
      </p:sp>
      <p:sp>
        <p:nvSpPr>
          <p:cNvPr id="268" name="Shape 268"/>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21</a:t>
            </a:fld>
            <a:endParaRPr/>
          </a:p>
        </p:txBody>
      </p:sp>
      <p:pic>
        <p:nvPicPr>
          <p:cNvPr id="269" name="pasted-image.pdf"/>
          <p:cNvPicPr>
            <a:picLocks noChangeAspect="1"/>
          </p:cNvPicPr>
          <p:nvPr/>
        </p:nvPicPr>
        <p:blipFill>
          <a:blip r:embed="rId2"/>
          <a:srcRect r="71146"/>
          <a:stretch>
            <a:fillRect/>
          </a:stretch>
        </p:blipFill>
        <p:spPr>
          <a:xfrm>
            <a:off x="3590329" y="2510938"/>
            <a:ext cx="1963295" cy="629712"/>
          </a:xfrm>
          <a:prstGeom prst="rect">
            <a:avLst/>
          </a:prstGeom>
          <a:ln w="3175">
            <a:miter lim="400000"/>
          </a:ln>
        </p:spPr>
      </p:pic>
      <p:sp>
        <p:nvSpPr>
          <p:cNvPr id="270" name="Shape 270"/>
          <p:cNvSpPr/>
          <p:nvPr/>
        </p:nvSpPr>
        <p:spPr>
          <a:xfrm>
            <a:off x="4326111" y="2489200"/>
            <a:ext cx="517178" cy="517178"/>
          </a:xfrm>
          <a:prstGeom prst="ellipse">
            <a:avLst/>
          </a:prstGeom>
          <a:solidFill>
            <a:srgbClr val="FF0000">
              <a:alpha val="10000"/>
            </a:srgbClr>
          </a:solidFill>
          <a:ln>
            <a:solidFill>
              <a:srgbClr val="FF0000"/>
            </a:solidFill>
            <a:bevel/>
          </a:ln>
        </p:spPr>
        <p:txBody>
          <a:bodyPr lIns="45719" rIns="45719" anchor="ctr"/>
          <a:lstStyle/>
          <a:p>
            <a:pPr algn="ctr">
              <a:defRPr>
                <a:solidFill>
                  <a:srgbClr val="FFFFFF"/>
                </a:solidFill>
              </a:defRPr>
            </a:pPr>
            <a:endParaRPr/>
          </a:p>
        </p:txBody>
      </p:sp>
      <p:sp>
        <p:nvSpPr>
          <p:cNvPr id="271" name="Shape 271"/>
          <p:cNvSpPr txBox="1"/>
          <p:nvPr/>
        </p:nvSpPr>
        <p:spPr>
          <a:xfrm>
            <a:off x="1545506" y="3243579"/>
            <a:ext cx="6457205" cy="33308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p>
            <a:pPr>
              <a:defRPr>
                <a:solidFill>
                  <a:schemeClr val="accent2"/>
                </a:solidFill>
              </a:defRPr>
            </a:pPr>
            <a:r>
              <a:rPr i="1">
                <a:latin typeface="+mn-lt"/>
                <a:ea typeface="+mn-ea"/>
                <a:cs typeface="+mn-cs"/>
                <a:sym typeface="Helvetica"/>
              </a:rPr>
              <a:t>m</a:t>
            </a:r>
            <a:r>
              <a:t> x </a:t>
            </a:r>
            <a:r>
              <a:rPr i="1">
                <a:latin typeface="+mn-lt"/>
                <a:ea typeface="+mn-ea"/>
                <a:cs typeface="+mn-cs"/>
                <a:sym typeface="Helvetica"/>
              </a:rPr>
              <a:t>m </a:t>
            </a:r>
            <a:r>
              <a:t>orthogonal matrix (left-singular vectors - eigenvectors of </a:t>
            </a:r>
            <a:r>
              <a:rPr b="1">
                <a:latin typeface="+mn-lt"/>
                <a:ea typeface="+mn-ea"/>
                <a:cs typeface="+mn-cs"/>
                <a:sym typeface="Helvetica"/>
              </a:rPr>
              <a:t>AA</a:t>
            </a:r>
            <a:r>
              <a:rPr baseline="31999"/>
              <a:t>T</a:t>
            </a:r>
            <a:r>
              <a:t>) </a:t>
            </a:r>
          </a:p>
        </p:txBody>
      </p:sp>
    </p:spTree>
  </p:cSld>
  <p:clrMapOvr>
    <a:masterClrMapping/>
  </p:clrMapOvr>
  <p:transition spd="med" advTm="68987"/>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3" name="Shape 273"/>
          <p:cNvSpPr txBox="1">
            <a:spLocks noGrp="1"/>
          </p:cNvSpPr>
          <p:nvPr>
            <p:ph type="body" idx="1"/>
          </p:nvPr>
        </p:nvSpPr>
        <p:spPr>
          <a:prstGeom prst="rect">
            <a:avLst/>
          </a:prstGeom>
        </p:spPr>
        <p:txBody>
          <a:bodyPr/>
          <a:lstStyle/>
          <a:p>
            <a:r>
              <a:t>What if the matrix </a:t>
            </a:r>
            <a:r>
              <a:rPr b="1">
                <a:latin typeface="+mn-lt"/>
                <a:ea typeface="+mn-ea"/>
                <a:cs typeface="+mn-cs"/>
                <a:sym typeface="Helvetica"/>
              </a:rPr>
              <a:t>A</a:t>
            </a:r>
            <a:r>
              <a:t> is not square?</a:t>
            </a:r>
          </a:p>
          <a:p>
            <a:endParaRPr/>
          </a:p>
          <a:p>
            <a:endParaRPr/>
          </a:p>
          <a:p>
            <a:endParaRPr/>
          </a:p>
          <a:p>
            <a:r>
              <a:t>More general; matrix need not be square</a:t>
            </a:r>
          </a:p>
        </p:txBody>
      </p:sp>
      <p:sp>
        <p:nvSpPr>
          <p:cNvPr id="274" name="Shape 274"/>
          <p:cNvSpPr txBox="1">
            <a:spLocks noGrp="1"/>
          </p:cNvSpPr>
          <p:nvPr>
            <p:ph type="title"/>
          </p:nvPr>
        </p:nvSpPr>
        <p:spPr>
          <a:prstGeom prst="rect">
            <a:avLst/>
          </a:prstGeom>
        </p:spPr>
        <p:txBody>
          <a:bodyPr/>
          <a:lstStyle/>
          <a:p>
            <a:r>
              <a:t>Singular value decomposition</a:t>
            </a:r>
          </a:p>
        </p:txBody>
      </p:sp>
      <p:sp>
        <p:nvSpPr>
          <p:cNvPr id="275" name="Shape 275"/>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22</a:t>
            </a:fld>
            <a:endParaRPr/>
          </a:p>
        </p:txBody>
      </p:sp>
      <p:pic>
        <p:nvPicPr>
          <p:cNvPr id="276" name="pasted-image.pdf"/>
          <p:cNvPicPr>
            <a:picLocks noChangeAspect="1"/>
          </p:cNvPicPr>
          <p:nvPr/>
        </p:nvPicPr>
        <p:blipFill>
          <a:blip r:embed="rId2"/>
          <a:srcRect r="71146"/>
          <a:stretch>
            <a:fillRect/>
          </a:stretch>
        </p:blipFill>
        <p:spPr>
          <a:xfrm>
            <a:off x="3590329" y="2510938"/>
            <a:ext cx="1963295" cy="629712"/>
          </a:xfrm>
          <a:prstGeom prst="rect">
            <a:avLst/>
          </a:prstGeom>
          <a:ln w="3175">
            <a:miter lim="400000"/>
          </a:ln>
        </p:spPr>
      </p:pic>
      <p:sp>
        <p:nvSpPr>
          <p:cNvPr id="277" name="Shape 277"/>
          <p:cNvSpPr/>
          <p:nvPr/>
        </p:nvSpPr>
        <p:spPr>
          <a:xfrm>
            <a:off x="4948411" y="2489200"/>
            <a:ext cx="517178" cy="517178"/>
          </a:xfrm>
          <a:prstGeom prst="ellipse">
            <a:avLst/>
          </a:prstGeom>
          <a:solidFill>
            <a:srgbClr val="FF0000">
              <a:alpha val="10000"/>
            </a:srgbClr>
          </a:solidFill>
          <a:ln>
            <a:solidFill>
              <a:srgbClr val="FF0000"/>
            </a:solidFill>
            <a:bevel/>
          </a:ln>
        </p:spPr>
        <p:txBody>
          <a:bodyPr lIns="45719" rIns="45719" anchor="ctr"/>
          <a:lstStyle/>
          <a:p>
            <a:pPr algn="ctr">
              <a:defRPr>
                <a:solidFill>
                  <a:srgbClr val="FFFFFF"/>
                </a:solidFill>
              </a:defRPr>
            </a:pPr>
            <a:endParaRPr/>
          </a:p>
        </p:txBody>
      </p:sp>
      <p:sp>
        <p:nvSpPr>
          <p:cNvPr id="278" name="Shape 278"/>
          <p:cNvSpPr txBox="1"/>
          <p:nvPr/>
        </p:nvSpPr>
        <p:spPr>
          <a:xfrm>
            <a:off x="1438648" y="3243579"/>
            <a:ext cx="6454414" cy="33308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p>
            <a:pPr>
              <a:defRPr>
                <a:solidFill>
                  <a:schemeClr val="accent2"/>
                </a:solidFill>
              </a:defRPr>
            </a:pPr>
            <a:r>
              <a:rPr i="1">
                <a:latin typeface="+mn-lt"/>
                <a:ea typeface="+mn-ea"/>
                <a:cs typeface="+mn-cs"/>
                <a:sym typeface="Helvetica"/>
              </a:rPr>
              <a:t>n</a:t>
            </a:r>
            <a:r>
              <a:t> x </a:t>
            </a:r>
            <a:r>
              <a:rPr i="1">
                <a:latin typeface="+mn-lt"/>
                <a:ea typeface="+mn-ea"/>
                <a:cs typeface="+mn-cs"/>
                <a:sym typeface="Helvetica"/>
              </a:rPr>
              <a:t>n </a:t>
            </a:r>
            <a:r>
              <a:t>orthogonal matrix (right-singular vectors - eigenvectors of </a:t>
            </a:r>
            <a:r>
              <a:rPr b="1">
                <a:latin typeface="+mn-lt"/>
                <a:ea typeface="+mn-ea"/>
                <a:cs typeface="+mn-cs"/>
                <a:sym typeface="Helvetica"/>
              </a:rPr>
              <a:t>A</a:t>
            </a:r>
            <a:r>
              <a:rPr baseline="31999"/>
              <a:t>T</a:t>
            </a:r>
            <a:r>
              <a:rPr b="1">
                <a:latin typeface="+mn-lt"/>
                <a:ea typeface="+mn-ea"/>
                <a:cs typeface="+mn-cs"/>
                <a:sym typeface="Helvetica"/>
              </a:rPr>
              <a:t>A</a:t>
            </a:r>
            <a:r>
              <a:t>) </a:t>
            </a:r>
          </a:p>
        </p:txBody>
      </p:sp>
    </p:spTree>
  </p:cSld>
  <p:clrMapOvr>
    <a:masterClrMapping/>
  </p:clrMapOvr>
  <p:transition spd="med" advTm="71222"/>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0" name="Shape 280"/>
          <p:cNvSpPr txBox="1">
            <a:spLocks noGrp="1"/>
          </p:cNvSpPr>
          <p:nvPr>
            <p:ph type="body" idx="1"/>
          </p:nvPr>
        </p:nvSpPr>
        <p:spPr>
          <a:prstGeom prst="rect">
            <a:avLst/>
          </a:prstGeom>
        </p:spPr>
        <p:txBody>
          <a:bodyPr/>
          <a:lstStyle/>
          <a:p>
            <a:r>
              <a:t>What if the matrix </a:t>
            </a:r>
            <a:r>
              <a:rPr b="1">
                <a:latin typeface="+mn-lt"/>
                <a:ea typeface="+mn-ea"/>
                <a:cs typeface="+mn-cs"/>
                <a:sym typeface="Helvetica"/>
              </a:rPr>
              <a:t>A</a:t>
            </a:r>
            <a:r>
              <a:t> is not square?</a:t>
            </a:r>
          </a:p>
          <a:p>
            <a:endParaRPr/>
          </a:p>
          <a:p>
            <a:endParaRPr/>
          </a:p>
          <a:p>
            <a:endParaRPr/>
          </a:p>
          <a:p>
            <a:r>
              <a:t>More general; matrix need not be square</a:t>
            </a:r>
          </a:p>
        </p:txBody>
      </p:sp>
      <p:sp>
        <p:nvSpPr>
          <p:cNvPr id="281" name="Shape 281"/>
          <p:cNvSpPr txBox="1">
            <a:spLocks noGrp="1"/>
          </p:cNvSpPr>
          <p:nvPr>
            <p:ph type="title"/>
          </p:nvPr>
        </p:nvSpPr>
        <p:spPr>
          <a:prstGeom prst="rect">
            <a:avLst/>
          </a:prstGeom>
        </p:spPr>
        <p:txBody>
          <a:bodyPr/>
          <a:lstStyle/>
          <a:p>
            <a:r>
              <a:t>Singular value decomposition</a:t>
            </a:r>
          </a:p>
        </p:txBody>
      </p:sp>
      <p:sp>
        <p:nvSpPr>
          <p:cNvPr id="282" name="Shape 282"/>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23</a:t>
            </a:fld>
            <a:endParaRPr/>
          </a:p>
        </p:txBody>
      </p:sp>
      <p:pic>
        <p:nvPicPr>
          <p:cNvPr id="283" name="pasted-image.pdf"/>
          <p:cNvPicPr>
            <a:picLocks noChangeAspect="1"/>
          </p:cNvPicPr>
          <p:nvPr/>
        </p:nvPicPr>
        <p:blipFill>
          <a:blip r:embed="rId2"/>
          <a:srcRect r="71146"/>
          <a:stretch>
            <a:fillRect/>
          </a:stretch>
        </p:blipFill>
        <p:spPr>
          <a:xfrm>
            <a:off x="3590329" y="2510938"/>
            <a:ext cx="1963295" cy="629712"/>
          </a:xfrm>
          <a:prstGeom prst="rect">
            <a:avLst/>
          </a:prstGeom>
          <a:ln w="3175">
            <a:miter lim="400000"/>
          </a:ln>
        </p:spPr>
      </p:pic>
      <p:sp>
        <p:nvSpPr>
          <p:cNvPr id="284" name="Shape 284"/>
          <p:cNvSpPr/>
          <p:nvPr/>
        </p:nvSpPr>
        <p:spPr>
          <a:xfrm>
            <a:off x="4656311" y="2489200"/>
            <a:ext cx="517178" cy="517178"/>
          </a:xfrm>
          <a:prstGeom prst="ellipse">
            <a:avLst/>
          </a:prstGeom>
          <a:solidFill>
            <a:srgbClr val="FF0000">
              <a:alpha val="10000"/>
            </a:srgbClr>
          </a:solidFill>
          <a:ln>
            <a:solidFill>
              <a:srgbClr val="FF0000"/>
            </a:solidFill>
            <a:bevel/>
          </a:ln>
        </p:spPr>
        <p:txBody>
          <a:bodyPr lIns="45719" rIns="45719" anchor="ctr"/>
          <a:lstStyle/>
          <a:p>
            <a:pPr algn="ctr">
              <a:defRPr>
                <a:solidFill>
                  <a:srgbClr val="FFFFFF"/>
                </a:solidFill>
              </a:defRPr>
            </a:pPr>
            <a:endParaRPr/>
          </a:p>
        </p:txBody>
      </p:sp>
      <p:sp>
        <p:nvSpPr>
          <p:cNvPr id="285" name="Shape 285"/>
          <p:cNvSpPr txBox="1"/>
          <p:nvPr/>
        </p:nvSpPr>
        <p:spPr>
          <a:xfrm>
            <a:off x="1291506" y="3243579"/>
            <a:ext cx="7070228" cy="33308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p>
            <a:pPr>
              <a:defRPr>
                <a:solidFill>
                  <a:schemeClr val="accent2"/>
                </a:solidFill>
              </a:defRPr>
            </a:pPr>
            <a:r>
              <a:rPr i="1">
                <a:latin typeface="+mn-lt"/>
                <a:ea typeface="+mn-ea"/>
                <a:cs typeface="+mn-cs"/>
                <a:sym typeface="Helvetica"/>
              </a:rPr>
              <a:t>m</a:t>
            </a:r>
            <a:r>
              <a:t> x </a:t>
            </a:r>
            <a:r>
              <a:rPr i="1">
                <a:latin typeface="+mn-lt"/>
                <a:ea typeface="+mn-ea"/>
                <a:cs typeface="+mn-cs"/>
                <a:sym typeface="Helvetica"/>
              </a:rPr>
              <a:t>n </a:t>
            </a:r>
            <a:r>
              <a:t>diagonal matrix (singular values - square roots of eigenvalues of </a:t>
            </a:r>
            <a:r>
              <a:rPr b="1">
                <a:latin typeface="+mn-lt"/>
                <a:ea typeface="+mn-ea"/>
                <a:cs typeface="+mn-cs"/>
                <a:sym typeface="Helvetica"/>
              </a:rPr>
              <a:t>A</a:t>
            </a:r>
            <a:r>
              <a:rPr baseline="31999"/>
              <a:t>T</a:t>
            </a:r>
            <a:r>
              <a:rPr b="1">
                <a:latin typeface="+mn-lt"/>
                <a:ea typeface="+mn-ea"/>
                <a:cs typeface="+mn-cs"/>
                <a:sym typeface="Helvetica"/>
              </a:rPr>
              <a:t>A</a:t>
            </a:r>
            <a:r>
              <a:t>) </a:t>
            </a:r>
          </a:p>
        </p:txBody>
      </p:sp>
    </p:spTree>
  </p:cSld>
  <p:clrMapOvr>
    <a:masterClrMapping/>
  </p:clrMapOvr>
  <p:transition spd="med" advTm="87963"/>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7" name="Shape 287"/>
          <p:cNvSpPr txBox="1">
            <a:spLocks noGrp="1"/>
          </p:cNvSpPr>
          <p:nvPr>
            <p:ph type="body" idx="1"/>
          </p:nvPr>
        </p:nvSpPr>
        <p:spPr>
          <a:prstGeom prst="rect">
            <a:avLst/>
          </a:prstGeom>
        </p:spPr>
        <p:txBody>
          <a:bodyPr/>
          <a:lstStyle/>
          <a:p>
            <a:r>
              <a:t>What if the matrix </a:t>
            </a:r>
            <a:r>
              <a:rPr b="1">
                <a:latin typeface="+mn-lt"/>
                <a:ea typeface="+mn-ea"/>
                <a:cs typeface="+mn-cs"/>
                <a:sym typeface="Helvetica"/>
              </a:rPr>
              <a:t>A</a:t>
            </a:r>
            <a:r>
              <a:t> is not square?</a:t>
            </a:r>
          </a:p>
          <a:p>
            <a:endParaRPr/>
          </a:p>
          <a:p>
            <a:endParaRPr/>
          </a:p>
          <a:p>
            <a:endParaRPr/>
          </a:p>
          <a:p>
            <a:r>
              <a:t>More general; matrix need not be square</a:t>
            </a:r>
          </a:p>
          <a:p>
            <a:r>
              <a:t>Allows to compute Moore-Penrose pseudoinverse</a:t>
            </a:r>
          </a:p>
        </p:txBody>
      </p:sp>
      <p:sp>
        <p:nvSpPr>
          <p:cNvPr id="288" name="Shape 288"/>
          <p:cNvSpPr txBox="1">
            <a:spLocks noGrp="1"/>
          </p:cNvSpPr>
          <p:nvPr>
            <p:ph type="title"/>
          </p:nvPr>
        </p:nvSpPr>
        <p:spPr>
          <a:prstGeom prst="rect">
            <a:avLst/>
          </a:prstGeom>
        </p:spPr>
        <p:txBody>
          <a:bodyPr/>
          <a:lstStyle/>
          <a:p>
            <a:r>
              <a:t>Singular value decomposition</a:t>
            </a:r>
          </a:p>
        </p:txBody>
      </p:sp>
      <p:sp>
        <p:nvSpPr>
          <p:cNvPr id="289" name="Shape 289"/>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24</a:t>
            </a:fld>
            <a:endParaRPr/>
          </a:p>
        </p:txBody>
      </p:sp>
      <p:pic>
        <p:nvPicPr>
          <p:cNvPr id="290" name="pasted-image.pdf"/>
          <p:cNvPicPr>
            <a:picLocks noChangeAspect="1"/>
          </p:cNvPicPr>
          <p:nvPr/>
        </p:nvPicPr>
        <p:blipFill>
          <a:blip r:embed="rId2"/>
          <a:srcRect r="71146"/>
          <a:stretch>
            <a:fillRect/>
          </a:stretch>
        </p:blipFill>
        <p:spPr>
          <a:xfrm>
            <a:off x="3590329" y="2510938"/>
            <a:ext cx="1963295" cy="629712"/>
          </a:xfrm>
          <a:prstGeom prst="rect">
            <a:avLst/>
          </a:prstGeom>
          <a:ln w="3175">
            <a:miter lim="400000"/>
          </a:ln>
        </p:spPr>
      </p:pic>
      <p:pic>
        <p:nvPicPr>
          <p:cNvPr id="291" name="pasted-image.png"/>
          <p:cNvPicPr>
            <a:picLocks noChangeAspect="1"/>
          </p:cNvPicPr>
          <p:nvPr/>
        </p:nvPicPr>
        <p:blipFill>
          <a:blip r:embed="rId3"/>
          <a:srcRect r="66140"/>
          <a:stretch>
            <a:fillRect/>
          </a:stretch>
        </p:blipFill>
        <p:spPr>
          <a:xfrm>
            <a:off x="3318470" y="4951888"/>
            <a:ext cx="2506914" cy="882895"/>
          </a:xfrm>
          <a:prstGeom prst="rect">
            <a:avLst/>
          </a:prstGeom>
          <a:ln w="3175">
            <a:miter lim="400000"/>
          </a:ln>
        </p:spPr>
      </p:pic>
    </p:spTree>
  </p:cSld>
  <p:clrMapOvr>
    <a:masterClrMapping/>
  </p:clrMapOvr>
  <p:transition spd="med" advTm="107324"/>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3" name="Shape 293"/>
          <p:cNvSpPr txBox="1">
            <a:spLocks noGrp="1"/>
          </p:cNvSpPr>
          <p:nvPr>
            <p:ph type="body" idx="1"/>
          </p:nvPr>
        </p:nvSpPr>
        <p:spPr>
          <a:prstGeom prst="rect">
            <a:avLst/>
          </a:prstGeom>
        </p:spPr>
        <p:txBody>
          <a:bodyPr/>
          <a:lstStyle/>
          <a:p>
            <a:r>
              <a:t>What if the matrix </a:t>
            </a:r>
            <a:r>
              <a:rPr b="1">
                <a:latin typeface="+mn-lt"/>
                <a:ea typeface="+mn-ea"/>
                <a:cs typeface="+mn-cs"/>
                <a:sym typeface="Helvetica"/>
              </a:rPr>
              <a:t>A</a:t>
            </a:r>
            <a:r>
              <a:t> is not square?</a:t>
            </a:r>
          </a:p>
          <a:p>
            <a:endParaRPr/>
          </a:p>
          <a:p>
            <a:endParaRPr/>
          </a:p>
          <a:p>
            <a:endParaRPr/>
          </a:p>
          <a:p>
            <a:r>
              <a:t>More general; matrix need not be square</a:t>
            </a:r>
          </a:p>
          <a:p>
            <a:r>
              <a:t>Allows to compute Moore-Penrose pseudoinverse</a:t>
            </a:r>
          </a:p>
        </p:txBody>
      </p:sp>
      <p:sp>
        <p:nvSpPr>
          <p:cNvPr id="294" name="Shape 294"/>
          <p:cNvSpPr txBox="1">
            <a:spLocks noGrp="1"/>
          </p:cNvSpPr>
          <p:nvPr>
            <p:ph type="title"/>
          </p:nvPr>
        </p:nvSpPr>
        <p:spPr>
          <a:prstGeom prst="rect">
            <a:avLst/>
          </a:prstGeom>
        </p:spPr>
        <p:txBody>
          <a:bodyPr/>
          <a:lstStyle/>
          <a:p>
            <a:r>
              <a:t>Singular value decomposition</a:t>
            </a:r>
          </a:p>
        </p:txBody>
      </p:sp>
      <p:sp>
        <p:nvSpPr>
          <p:cNvPr id="295" name="Shape 295"/>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25</a:t>
            </a:fld>
            <a:endParaRPr/>
          </a:p>
        </p:txBody>
      </p:sp>
      <p:pic>
        <p:nvPicPr>
          <p:cNvPr id="296" name="pasted-image.pdf"/>
          <p:cNvPicPr>
            <a:picLocks noChangeAspect="1"/>
          </p:cNvPicPr>
          <p:nvPr/>
        </p:nvPicPr>
        <p:blipFill>
          <a:blip r:embed="rId3"/>
          <a:srcRect r="71146"/>
          <a:stretch>
            <a:fillRect/>
          </a:stretch>
        </p:blipFill>
        <p:spPr>
          <a:xfrm>
            <a:off x="3590329" y="2510938"/>
            <a:ext cx="1963295" cy="629712"/>
          </a:xfrm>
          <a:prstGeom prst="rect">
            <a:avLst/>
          </a:prstGeom>
          <a:ln w="3175">
            <a:miter lim="400000"/>
          </a:ln>
        </p:spPr>
      </p:pic>
      <p:pic>
        <p:nvPicPr>
          <p:cNvPr id="297" name="pasted-image.pdf"/>
          <p:cNvPicPr>
            <a:picLocks noChangeAspect="1"/>
          </p:cNvPicPr>
          <p:nvPr/>
        </p:nvPicPr>
        <p:blipFill>
          <a:blip r:embed="rId4"/>
          <a:srcRect r="66140"/>
          <a:stretch>
            <a:fillRect/>
          </a:stretch>
        </p:blipFill>
        <p:spPr>
          <a:xfrm>
            <a:off x="3318470" y="4951888"/>
            <a:ext cx="2506914" cy="882895"/>
          </a:xfrm>
          <a:prstGeom prst="rect">
            <a:avLst/>
          </a:prstGeom>
          <a:ln w="3175">
            <a:miter lim="400000"/>
          </a:ln>
        </p:spPr>
      </p:pic>
      <p:sp>
        <p:nvSpPr>
          <p:cNvPr id="298" name="Shape 298"/>
          <p:cNvSpPr/>
          <p:nvPr/>
        </p:nvSpPr>
        <p:spPr>
          <a:xfrm>
            <a:off x="4693791" y="5105400"/>
            <a:ext cx="517179" cy="517178"/>
          </a:xfrm>
          <a:prstGeom prst="ellipse">
            <a:avLst/>
          </a:prstGeom>
          <a:solidFill>
            <a:srgbClr val="FF0000">
              <a:alpha val="10000"/>
            </a:srgbClr>
          </a:solidFill>
          <a:ln>
            <a:solidFill>
              <a:srgbClr val="FF0000"/>
            </a:solidFill>
            <a:bevel/>
          </a:ln>
        </p:spPr>
        <p:txBody>
          <a:bodyPr lIns="45719" rIns="45719" anchor="ctr"/>
          <a:lstStyle/>
          <a:p>
            <a:pPr algn="ctr">
              <a:defRPr>
                <a:solidFill>
                  <a:srgbClr val="FFFFFF"/>
                </a:solidFill>
              </a:defRPr>
            </a:pPr>
            <a:endParaRPr/>
          </a:p>
        </p:txBody>
      </p:sp>
      <p:sp>
        <p:nvSpPr>
          <p:cNvPr id="299" name="Shape 299"/>
          <p:cNvSpPr txBox="1"/>
          <p:nvPr/>
        </p:nvSpPr>
        <p:spPr>
          <a:xfrm>
            <a:off x="2171713" y="5656579"/>
            <a:ext cx="5309814" cy="33308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p>
            <a:pPr>
              <a:defRPr>
                <a:solidFill>
                  <a:schemeClr val="accent2"/>
                </a:solidFill>
              </a:defRPr>
            </a:pPr>
            <a:r>
              <a:t>Reciprocal of nonzero elements of </a:t>
            </a:r>
            <a:r>
              <a:rPr b="1">
                <a:latin typeface="+mn-lt"/>
                <a:ea typeface="+mn-ea"/>
                <a:cs typeface="+mn-cs"/>
                <a:sym typeface="Helvetica"/>
              </a:rPr>
              <a:t>D</a:t>
            </a:r>
            <a:r>
              <a:t> and then transpose</a:t>
            </a:r>
          </a:p>
        </p:txBody>
      </p:sp>
    </p:spTree>
  </p:cSld>
  <p:clrMapOvr>
    <a:masterClrMapping/>
  </p:clrMapOvr>
  <p:transition spd="med" advTm="59071"/>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1" name="Shape 301"/>
          <p:cNvSpPr txBox="1">
            <a:spLocks noGrp="1"/>
          </p:cNvSpPr>
          <p:nvPr>
            <p:ph type="body" idx="1"/>
          </p:nvPr>
        </p:nvSpPr>
        <p:spPr>
          <a:prstGeom prst="rect">
            <a:avLst/>
          </a:prstGeom>
        </p:spPr>
        <p:txBody>
          <a:bodyPr/>
          <a:lstStyle/>
          <a:p>
            <a:r>
              <a:rPr dirty="0"/>
              <a:t>What if the matrix </a:t>
            </a:r>
            <a:r>
              <a:rPr b="1" dirty="0">
                <a:latin typeface="+mn-lt"/>
                <a:ea typeface="+mn-ea"/>
                <a:cs typeface="+mn-cs"/>
                <a:sym typeface="Helvetica"/>
              </a:rPr>
              <a:t>A</a:t>
            </a:r>
            <a:r>
              <a:rPr dirty="0"/>
              <a:t> is not square?</a:t>
            </a:r>
          </a:p>
          <a:p>
            <a:endParaRPr dirty="0"/>
          </a:p>
          <a:p>
            <a:endParaRPr dirty="0"/>
          </a:p>
          <a:p>
            <a:endParaRPr dirty="0"/>
          </a:p>
          <a:p>
            <a:r>
              <a:rPr dirty="0"/>
              <a:t>More general; matrix need not be square</a:t>
            </a:r>
          </a:p>
          <a:p>
            <a:r>
              <a:rPr dirty="0"/>
              <a:t>Allows to compute Moore-Penrose pseudoinverse</a:t>
            </a:r>
          </a:p>
          <a:p>
            <a:r>
              <a:rPr dirty="0"/>
              <a:t>If </a:t>
            </a:r>
            <a:r>
              <a:rPr b="1" dirty="0">
                <a:latin typeface="+mn-lt"/>
                <a:ea typeface="+mn-ea"/>
                <a:cs typeface="+mn-cs"/>
                <a:sym typeface="Helvetica"/>
              </a:rPr>
              <a:t>A</a:t>
            </a:r>
            <a:r>
              <a:rPr dirty="0"/>
              <a:t> has more </a:t>
            </a:r>
            <a:r>
              <a:rPr lang="en-US" dirty="0"/>
              <a:t>rows</a:t>
            </a:r>
            <a:r>
              <a:rPr dirty="0"/>
              <a:t> than </a:t>
            </a:r>
            <a:r>
              <a:rPr lang="en-US" dirty="0"/>
              <a:t>cols</a:t>
            </a:r>
            <a:r>
              <a:rPr dirty="0"/>
              <a:t>                      gives solution with min</a:t>
            </a:r>
          </a:p>
        </p:txBody>
      </p:sp>
      <p:sp>
        <p:nvSpPr>
          <p:cNvPr id="302" name="Shape 302"/>
          <p:cNvSpPr txBox="1">
            <a:spLocks noGrp="1"/>
          </p:cNvSpPr>
          <p:nvPr>
            <p:ph type="title"/>
          </p:nvPr>
        </p:nvSpPr>
        <p:spPr>
          <a:prstGeom prst="rect">
            <a:avLst/>
          </a:prstGeom>
        </p:spPr>
        <p:txBody>
          <a:bodyPr/>
          <a:lstStyle/>
          <a:p>
            <a:r>
              <a:t>Singular value decomposition</a:t>
            </a:r>
          </a:p>
        </p:txBody>
      </p:sp>
      <p:sp>
        <p:nvSpPr>
          <p:cNvPr id="303" name="Shape 303"/>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26</a:t>
            </a:fld>
            <a:endParaRPr/>
          </a:p>
        </p:txBody>
      </p:sp>
      <p:pic>
        <p:nvPicPr>
          <p:cNvPr id="304" name="pasted-image.pdf"/>
          <p:cNvPicPr>
            <a:picLocks noChangeAspect="1"/>
          </p:cNvPicPr>
          <p:nvPr/>
        </p:nvPicPr>
        <p:blipFill>
          <a:blip r:embed="rId2"/>
          <a:srcRect r="71146"/>
          <a:stretch>
            <a:fillRect/>
          </a:stretch>
        </p:blipFill>
        <p:spPr>
          <a:xfrm>
            <a:off x="3590329" y="2510938"/>
            <a:ext cx="1963295" cy="629712"/>
          </a:xfrm>
          <a:prstGeom prst="rect">
            <a:avLst/>
          </a:prstGeom>
          <a:ln w="3175">
            <a:miter lim="400000"/>
          </a:ln>
        </p:spPr>
      </p:pic>
      <p:pic>
        <p:nvPicPr>
          <p:cNvPr id="305" name="pasted-image.png"/>
          <p:cNvPicPr>
            <a:picLocks noChangeAspect="1"/>
          </p:cNvPicPr>
          <p:nvPr/>
        </p:nvPicPr>
        <p:blipFill>
          <a:blip r:embed="rId3"/>
          <a:stretch>
            <a:fillRect/>
          </a:stretch>
        </p:blipFill>
        <p:spPr>
          <a:xfrm>
            <a:off x="5249293" y="5067094"/>
            <a:ext cx="1795014" cy="619661"/>
          </a:xfrm>
          <a:prstGeom prst="rect">
            <a:avLst/>
          </a:prstGeom>
          <a:ln w="3175">
            <a:miter lim="400000"/>
          </a:ln>
        </p:spPr>
      </p:pic>
      <p:pic>
        <p:nvPicPr>
          <p:cNvPr id="306" name="pasted-image.png"/>
          <p:cNvPicPr>
            <a:picLocks noChangeAspect="1"/>
          </p:cNvPicPr>
          <p:nvPr/>
        </p:nvPicPr>
        <p:blipFill>
          <a:blip r:embed="rId4"/>
          <a:stretch>
            <a:fillRect/>
          </a:stretch>
        </p:blipFill>
        <p:spPr>
          <a:xfrm>
            <a:off x="3598354" y="5529915"/>
            <a:ext cx="1795014" cy="687217"/>
          </a:xfrm>
          <a:prstGeom prst="rect">
            <a:avLst/>
          </a:prstGeom>
          <a:ln w="3175">
            <a:miter lim="400000"/>
          </a:ln>
        </p:spPr>
      </p:pic>
    </p:spTree>
  </p:cSld>
  <p:clrMapOvr>
    <a:masterClrMapping/>
  </p:clrMapOvr>
  <p:transition spd="med" advTm="95935"/>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8" name="Shape 308"/>
          <p:cNvSpPr txBox="1">
            <a:spLocks noGrp="1"/>
          </p:cNvSpPr>
          <p:nvPr>
            <p:ph type="ctrTitle"/>
          </p:nvPr>
        </p:nvSpPr>
        <p:spPr>
          <a:prstGeom prst="rect">
            <a:avLst/>
          </a:prstGeom>
        </p:spPr>
        <p:txBody>
          <a:bodyPr/>
          <a:lstStyle/>
          <a:p>
            <a:r>
              <a:t>Probability &amp; information theory</a:t>
            </a:r>
          </a:p>
        </p:txBody>
      </p:sp>
      <p:sp>
        <p:nvSpPr>
          <p:cNvPr id="309" name="Shape 309"/>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27</a:t>
            </a:fld>
            <a:endParaRPr/>
          </a:p>
        </p:txBody>
      </p:sp>
    </p:spTree>
  </p:cSld>
  <p:clrMapOvr>
    <a:masterClrMapping/>
  </p:clrMapOvr>
  <p:transition spd="med" advTm="11751"/>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311" name="Shape 311"/>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28</a:t>
            </a:fld>
            <a:endParaRPr/>
          </a:p>
        </p:txBody>
      </p:sp>
      <p:pic>
        <p:nvPicPr>
          <p:cNvPr id="312" name="pasted-image.png"/>
          <p:cNvPicPr>
            <a:picLocks noChangeAspect="1"/>
          </p:cNvPicPr>
          <p:nvPr/>
        </p:nvPicPr>
        <p:blipFill>
          <a:blip r:embed="rId2"/>
          <a:stretch>
            <a:fillRect/>
          </a:stretch>
        </p:blipFill>
        <p:spPr>
          <a:xfrm>
            <a:off x="1219200" y="508000"/>
            <a:ext cx="6896100" cy="5842000"/>
          </a:xfrm>
          <a:prstGeom prst="rect">
            <a:avLst/>
          </a:prstGeom>
          <a:ln w="12700">
            <a:miter lim="400000"/>
          </a:ln>
        </p:spPr>
      </p:pic>
    </p:spTree>
  </p:cSld>
  <p:clrMapOvr>
    <a:masterClrMapping/>
  </p:clrMapOvr>
  <p:transition spd="med" advTm="168187"/>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4" name="Shape 314"/>
          <p:cNvSpPr>
            <a:spLocks noGrp="1"/>
          </p:cNvSpPr>
          <p:nvPr>
            <p:ph type="title"/>
          </p:nvPr>
        </p:nvSpPr>
        <p:spPr>
          <a:prstGeom prst="rect">
            <a:avLst/>
          </a:prstGeom>
          <a:ln w="3175"/>
        </p:spPr>
        <p:txBody>
          <a:bodyPr lIns="35718" tIns="35718" rIns="35718" bIns="35718"/>
          <a:lstStyle/>
          <a:p>
            <a:r>
              <a:t>Probability mass function</a:t>
            </a:r>
          </a:p>
        </p:txBody>
      </p:sp>
      <p:sp>
        <p:nvSpPr>
          <p:cNvPr id="315" name="Shape 315"/>
          <p:cNvSpPr>
            <a:spLocks noGrp="1"/>
          </p:cNvSpPr>
          <p:nvPr>
            <p:ph type="sldNum" sz="quarter" idx="2"/>
          </p:nvPr>
        </p:nvSpPr>
        <p:spPr>
          <a:xfrm>
            <a:off x="6553200" y="6538912"/>
            <a:ext cx="2133600" cy="228303"/>
          </a:xfrm>
          <a:prstGeom prst="rect">
            <a:avLst/>
          </a:prstGeom>
          <a:ln w="3175"/>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5718" tIns="35718" rIns="35718" bIns="35718" anchor="t"/>
          <a:lstStyle/>
          <a:p>
            <a:fld id="{86CB4B4D-7CA3-9044-876B-883B54F8677D}" type="slidenum">
              <a:t>29</a:t>
            </a:fld>
            <a:endParaRPr/>
          </a:p>
        </p:txBody>
      </p:sp>
      <p:pic>
        <p:nvPicPr>
          <p:cNvPr id="316" name="pasted-image.png"/>
          <p:cNvPicPr>
            <a:picLocks noChangeAspect="1"/>
          </p:cNvPicPr>
          <p:nvPr/>
        </p:nvPicPr>
        <p:blipFill>
          <a:blip r:embed="rId3"/>
          <a:stretch>
            <a:fillRect/>
          </a:stretch>
        </p:blipFill>
        <p:spPr>
          <a:xfrm>
            <a:off x="381576" y="1731136"/>
            <a:ext cx="8380848" cy="2651995"/>
          </a:xfrm>
          <a:prstGeom prst="rect">
            <a:avLst/>
          </a:prstGeom>
          <a:ln w="3175">
            <a:miter lim="400000"/>
          </a:ln>
        </p:spPr>
      </p:pic>
      <p:pic>
        <p:nvPicPr>
          <p:cNvPr id="317" name="pasted-image.png"/>
          <p:cNvPicPr>
            <a:picLocks noChangeAspect="1"/>
          </p:cNvPicPr>
          <p:nvPr/>
        </p:nvPicPr>
        <p:blipFill>
          <a:blip r:embed="rId4"/>
          <a:stretch>
            <a:fillRect/>
          </a:stretch>
        </p:blipFill>
        <p:spPr>
          <a:xfrm>
            <a:off x="3220523" y="4514067"/>
            <a:ext cx="2702954" cy="1085277"/>
          </a:xfrm>
          <a:prstGeom prst="rect">
            <a:avLst/>
          </a:prstGeom>
          <a:ln w="3175">
            <a:miter lim="400000"/>
          </a:ln>
        </p:spPr>
      </p:pic>
      <p:sp>
        <p:nvSpPr>
          <p:cNvPr id="318" name="Shape 318"/>
          <p:cNvSpPr txBox="1"/>
          <p:nvPr/>
        </p:nvSpPr>
        <p:spPr>
          <a:xfrm>
            <a:off x="3135939" y="5527080"/>
            <a:ext cx="2872121" cy="33308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a:defRPr>
                <a:solidFill>
                  <a:schemeClr val="accent2"/>
                </a:solidFill>
              </a:defRPr>
            </a:lvl1pPr>
          </a:lstStyle>
          <a:p>
            <a:r>
              <a:t>Example: uniform distribution</a:t>
            </a:r>
          </a:p>
        </p:txBody>
      </p:sp>
    </p:spTree>
  </p:cSld>
  <p:clrMapOvr>
    <a:masterClrMapping/>
  </p:clrMapOvr>
  <p:transition spd="med" advTm="203088"/>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0" name="Shape 320"/>
          <p:cNvSpPr>
            <a:spLocks noGrp="1"/>
          </p:cNvSpPr>
          <p:nvPr>
            <p:ph type="title"/>
          </p:nvPr>
        </p:nvSpPr>
        <p:spPr>
          <a:prstGeom prst="rect">
            <a:avLst/>
          </a:prstGeom>
          <a:ln w="3175"/>
        </p:spPr>
        <p:txBody>
          <a:bodyPr lIns="35718" tIns="35718" rIns="35718" bIns="35718"/>
          <a:lstStyle/>
          <a:p>
            <a:r>
              <a:t>Probability density function</a:t>
            </a:r>
          </a:p>
        </p:txBody>
      </p:sp>
      <p:sp>
        <p:nvSpPr>
          <p:cNvPr id="321" name="Shape 321"/>
          <p:cNvSpPr>
            <a:spLocks noGrp="1"/>
          </p:cNvSpPr>
          <p:nvPr>
            <p:ph type="sldNum" sz="quarter" idx="2"/>
          </p:nvPr>
        </p:nvSpPr>
        <p:spPr>
          <a:xfrm>
            <a:off x="6553200" y="6538912"/>
            <a:ext cx="2133600" cy="228303"/>
          </a:xfrm>
          <a:prstGeom prst="rect">
            <a:avLst/>
          </a:prstGeom>
          <a:ln w="3175"/>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5718" tIns="35718" rIns="35718" bIns="35718" anchor="t"/>
          <a:lstStyle/>
          <a:p>
            <a:fld id="{86CB4B4D-7CA3-9044-876B-883B54F8677D}" type="slidenum">
              <a:t>30</a:t>
            </a:fld>
            <a:endParaRPr/>
          </a:p>
        </p:txBody>
      </p:sp>
      <p:pic>
        <p:nvPicPr>
          <p:cNvPr id="322" name="pasted-image.png"/>
          <p:cNvPicPr>
            <a:picLocks noChangeAspect="1"/>
          </p:cNvPicPr>
          <p:nvPr/>
        </p:nvPicPr>
        <p:blipFill>
          <a:blip r:embed="rId2"/>
          <a:stretch>
            <a:fillRect/>
          </a:stretch>
        </p:blipFill>
        <p:spPr>
          <a:xfrm>
            <a:off x="316642" y="1824994"/>
            <a:ext cx="6706595" cy="1325368"/>
          </a:xfrm>
          <a:prstGeom prst="rect">
            <a:avLst/>
          </a:prstGeom>
          <a:ln w="3175">
            <a:miter lim="400000"/>
          </a:ln>
        </p:spPr>
      </p:pic>
      <p:pic>
        <p:nvPicPr>
          <p:cNvPr id="323" name="pasted-image.png"/>
          <p:cNvPicPr>
            <a:picLocks noChangeAspect="1"/>
          </p:cNvPicPr>
          <p:nvPr/>
        </p:nvPicPr>
        <p:blipFill>
          <a:blip r:embed="rId3"/>
          <a:stretch>
            <a:fillRect/>
          </a:stretch>
        </p:blipFill>
        <p:spPr>
          <a:xfrm>
            <a:off x="3246403" y="4750787"/>
            <a:ext cx="2651194" cy="611838"/>
          </a:xfrm>
          <a:prstGeom prst="rect">
            <a:avLst/>
          </a:prstGeom>
          <a:ln w="3175">
            <a:miter lim="400000"/>
          </a:ln>
        </p:spPr>
      </p:pic>
      <p:sp>
        <p:nvSpPr>
          <p:cNvPr id="324" name="Shape 324"/>
          <p:cNvSpPr txBox="1"/>
          <p:nvPr/>
        </p:nvSpPr>
        <p:spPr>
          <a:xfrm>
            <a:off x="3135939" y="5527080"/>
            <a:ext cx="2872121" cy="33308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a:defRPr>
                <a:solidFill>
                  <a:schemeClr val="accent2"/>
                </a:solidFill>
              </a:defRPr>
            </a:lvl1pPr>
          </a:lstStyle>
          <a:p>
            <a:r>
              <a:t>Example: uniform distribution</a:t>
            </a:r>
          </a:p>
        </p:txBody>
      </p:sp>
    </p:spTree>
  </p:cSld>
  <p:clrMapOvr>
    <a:masterClrMapping/>
  </p:clrMapOvr>
  <p:transition spd="med" advTm="148465"/>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6" name="Shape 326"/>
          <p:cNvSpPr>
            <a:spLocks noGrp="1"/>
          </p:cNvSpPr>
          <p:nvPr>
            <p:ph type="body" idx="1"/>
          </p:nvPr>
        </p:nvSpPr>
        <p:spPr>
          <a:prstGeom prst="rect">
            <a:avLst/>
          </a:prstGeom>
          <a:ln w="3175"/>
        </p:spPr>
        <p:txBody>
          <a:bodyPr/>
          <a:lstStyle/>
          <a:p>
            <a:r>
              <a:rPr dirty="0"/>
              <a:t>Marginal probabilities (discrete and continuous)</a:t>
            </a:r>
          </a:p>
          <a:p>
            <a:endParaRPr dirty="0"/>
          </a:p>
          <a:p>
            <a:endParaRPr dirty="0"/>
          </a:p>
          <a:p>
            <a:r>
              <a:rPr dirty="0"/>
              <a:t>Conditional probability</a:t>
            </a:r>
          </a:p>
          <a:p>
            <a:endParaRPr dirty="0"/>
          </a:p>
          <a:p>
            <a:endParaRPr dirty="0"/>
          </a:p>
          <a:p>
            <a:r>
              <a:rPr dirty="0"/>
              <a:t>Chain rule</a:t>
            </a:r>
          </a:p>
        </p:txBody>
      </p:sp>
      <p:sp>
        <p:nvSpPr>
          <p:cNvPr id="327" name="Shape 327"/>
          <p:cNvSpPr>
            <a:spLocks noGrp="1"/>
          </p:cNvSpPr>
          <p:nvPr>
            <p:ph type="title"/>
          </p:nvPr>
        </p:nvSpPr>
        <p:spPr>
          <a:prstGeom prst="rect">
            <a:avLst/>
          </a:prstGeom>
          <a:ln w="3175"/>
        </p:spPr>
        <p:txBody>
          <a:bodyPr lIns="35718" tIns="35718" rIns="35718" bIns="35718"/>
          <a:lstStyle/>
          <a:p>
            <a:r>
              <a:t>A few important rules…</a:t>
            </a:r>
          </a:p>
        </p:txBody>
      </p:sp>
      <p:sp>
        <p:nvSpPr>
          <p:cNvPr id="328" name="Shape 328"/>
          <p:cNvSpPr>
            <a:spLocks noGrp="1"/>
          </p:cNvSpPr>
          <p:nvPr>
            <p:ph type="sldNum" sz="quarter" idx="2"/>
          </p:nvPr>
        </p:nvSpPr>
        <p:spPr>
          <a:xfrm>
            <a:off x="6553200" y="6538912"/>
            <a:ext cx="2133600" cy="228303"/>
          </a:xfrm>
          <a:prstGeom prst="rect">
            <a:avLst/>
          </a:prstGeom>
          <a:ln w="3175"/>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5718" tIns="35718" rIns="35718" bIns="35718" anchor="t"/>
          <a:lstStyle/>
          <a:p>
            <a:fld id="{86CB4B4D-7CA3-9044-876B-883B54F8677D}" type="slidenum">
              <a:t>31</a:t>
            </a:fld>
            <a:endParaRPr/>
          </a:p>
        </p:txBody>
      </p:sp>
      <p:pic>
        <p:nvPicPr>
          <p:cNvPr id="329" name="pasted-image.png"/>
          <p:cNvPicPr>
            <a:picLocks noChangeAspect="1"/>
          </p:cNvPicPr>
          <p:nvPr/>
        </p:nvPicPr>
        <p:blipFill>
          <a:blip r:embed="rId2"/>
          <a:srcRect r="36541"/>
          <a:stretch>
            <a:fillRect/>
          </a:stretch>
        </p:blipFill>
        <p:spPr>
          <a:xfrm>
            <a:off x="530573" y="2398102"/>
            <a:ext cx="4562920" cy="649762"/>
          </a:xfrm>
          <a:prstGeom prst="rect">
            <a:avLst/>
          </a:prstGeom>
          <a:ln w="3175">
            <a:miter lim="400000"/>
          </a:ln>
        </p:spPr>
      </p:pic>
      <p:pic>
        <p:nvPicPr>
          <p:cNvPr id="330" name="pasted-image.png"/>
          <p:cNvPicPr>
            <a:picLocks noChangeAspect="1"/>
          </p:cNvPicPr>
          <p:nvPr/>
        </p:nvPicPr>
        <p:blipFill>
          <a:blip r:embed="rId3"/>
          <a:srcRect r="60930"/>
          <a:stretch>
            <a:fillRect/>
          </a:stretch>
        </p:blipFill>
        <p:spPr>
          <a:xfrm>
            <a:off x="5420170" y="2107193"/>
            <a:ext cx="2786928" cy="1231629"/>
          </a:xfrm>
          <a:prstGeom prst="rect">
            <a:avLst/>
          </a:prstGeom>
          <a:ln w="3175">
            <a:miter lim="400000"/>
          </a:ln>
        </p:spPr>
      </p:pic>
      <p:pic>
        <p:nvPicPr>
          <p:cNvPr id="331" name="pasted-image.png"/>
          <p:cNvPicPr>
            <a:picLocks noChangeAspect="1"/>
          </p:cNvPicPr>
          <p:nvPr/>
        </p:nvPicPr>
        <p:blipFill>
          <a:blip r:embed="rId4"/>
          <a:srcRect r="39402"/>
          <a:stretch>
            <a:fillRect/>
          </a:stretch>
        </p:blipFill>
        <p:spPr>
          <a:xfrm>
            <a:off x="2290564" y="4008911"/>
            <a:ext cx="4562696" cy="1008114"/>
          </a:xfrm>
          <a:prstGeom prst="rect">
            <a:avLst/>
          </a:prstGeom>
          <a:ln w="3175">
            <a:miter lim="400000"/>
          </a:ln>
        </p:spPr>
      </p:pic>
      <p:pic>
        <p:nvPicPr>
          <p:cNvPr id="332" name="pasted-image.png"/>
          <p:cNvPicPr>
            <a:picLocks noChangeAspect="1"/>
          </p:cNvPicPr>
          <p:nvPr/>
        </p:nvPicPr>
        <p:blipFill>
          <a:blip r:embed="rId5"/>
          <a:srcRect r="20501"/>
          <a:stretch>
            <a:fillRect/>
          </a:stretch>
        </p:blipFill>
        <p:spPr>
          <a:xfrm>
            <a:off x="1225748" y="5687189"/>
            <a:ext cx="6692452" cy="724751"/>
          </a:xfrm>
          <a:prstGeom prst="rect">
            <a:avLst/>
          </a:prstGeom>
          <a:ln w="3175">
            <a:miter lim="400000"/>
          </a:ln>
        </p:spPr>
      </p:pic>
    </p:spTree>
  </p:cSld>
  <p:clrMapOvr>
    <a:masterClrMapping/>
  </p:clrMapOvr>
  <p:transition spd="med" advTm="416321"/>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4" name="Shape 334"/>
          <p:cNvSpPr>
            <a:spLocks noGrp="1"/>
          </p:cNvSpPr>
          <p:nvPr>
            <p:ph type="body" idx="1"/>
          </p:nvPr>
        </p:nvSpPr>
        <p:spPr>
          <a:prstGeom prst="rect">
            <a:avLst/>
          </a:prstGeom>
          <a:ln w="3175"/>
        </p:spPr>
        <p:txBody>
          <a:bodyPr/>
          <a:lstStyle/>
          <a:p>
            <a:r>
              <a:t>Independence</a:t>
            </a:r>
          </a:p>
          <a:p>
            <a:endParaRPr/>
          </a:p>
          <a:p>
            <a:endParaRPr/>
          </a:p>
          <a:p>
            <a:r>
              <a:t>Conditional independence</a:t>
            </a:r>
          </a:p>
        </p:txBody>
      </p:sp>
      <p:sp>
        <p:nvSpPr>
          <p:cNvPr id="335" name="Shape 335"/>
          <p:cNvSpPr>
            <a:spLocks noGrp="1"/>
          </p:cNvSpPr>
          <p:nvPr>
            <p:ph type="title"/>
          </p:nvPr>
        </p:nvSpPr>
        <p:spPr>
          <a:prstGeom prst="rect">
            <a:avLst/>
          </a:prstGeom>
          <a:ln w="3175"/>
        </p:spPr>
        <p:txBody>
          <a:bodyPr lIns="35718" tIns="35718" rIns="35718" bIns="35718"/>
          <a:lstStyle/>
          <a:p>
            <a:r>
              <a:t>A few important rules…</a:t>
            </a:r>
          </a:p>
        </p:txBody>
      </p:sp>
      <p:sp>
        <p:nvSpPr>
          <p:cNvPr id="336" name="Shape 336"/>
          <p:cNvSpPr>
            <a:spLocks noGrp="1"/>
          </p:cNvSpPr>
          <p:nvPr>
            <p:ph type="sldNum" sz="quarter" idx="2"/>
          </p:nvPr>
        </p:nvSpPr>
        <p:spPr>
          <a:xfrm>
            <a:off x="6553200" y="6538912"/>
            <a:ext cx="2133600" cy="228303"/>
          </a:xfrm>
          <a:prstGeom prst="rect">
            <a:avLst/>
          </a:prstGeom>
          <a:ln w="3175"/>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5718" tIns="35718" rIns="35718" bIns="35718" anchor="t"/>
          <a:lstStyle/>
          <a:p>
            <a:fld id="{86CB4B4D-7CA3-9044-876B-883B54F8677D}" type="slidenum">
              <a:t>32</a:t>
            </a:fld>
            <a:endParaRPr/>
          </a:p>
        </p:txBody>
      </p:sp>
      <p:pic>
        <p:nvPicPr>
          <p:cNvPr id="337" name="pasted-image.png"/>
          <p:cNvPicPr>
            <a:picLocks noChangeAspect="1"/>
          </p:cNvPicPr>
          <p:nvPr/>
        </p:nvPicPr>
        <p:blipFill>
          <a:blip r:embed="rId2"/>
          <a:srcRect r="24403"/>
          <a:stretch>
            <a:fillRect/>
          </a:stretch>
        </p:blipFill>
        <p:spPr>
          <a:xfrm>
            <a:off x="1153517" y="2299280"/>
            <a:ext cx="6837052" cy="847511"/>
          </a:xfrm>
          <a:prstGeom prst="rect">
            <a:avLst/>
          </a:prstGeom>
          <a:ln w="3175">
            <a:miter lim="400000"/>
          </a:ln>
        </p:spPr>
      </p:pic>
      <p:pic>
        <p:nvPicPr>
          <p:cNvPr id="338" name="pasted-image.png"/>
          <p:cNvPicPr>
            <a:picLocks noChangeAspect="1"/>
          </p:cNvPicPr>
          <p:nvPr/>
        </p:nvPicPr>
        <p:blipFill>
          <a:blip r:embed="rId3"/>
          <a:srcRect r="3675" b="47429"/>
          <a:stretch>
            <a:fillRect/>
          </a:stretch>
        </p:blipFill>
        <p:spPr>
          <a:xfrm>
            <a:off x="293489" y="4308750"/>
            <a:ext cx="8557129" cy="408387"/>
          </a:xfrm>
          <a:prstGeom prst="rect">
            <a:avLst/>
          </a:prstGeom>
          <a:ln w="3175">
            <a:miter lim="400000"/>
          </a:ln>
        </p:spPr>
      </p:pic>
    </p:spTree>
  </p:cSld>
  <p:clrMapOvr>
    <a:masterClrMapping/>
  </p:clrMapOvr>
  <p:transition spd="med" advTm="119737"/>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0" name="Shape 340"/>
          <p:cNvSpPr>
            <a:spLocks noGrp="1"/>
          </p:cNvSpPr>
          <p:nvPr>
            <p:ph type="title"/>
          </p:nvPr>
        </p:nvSpPr>
        <p:spPr>
          <a:prstGeom prst="rect">
            <a:avLst/>
          </a:prstGeom>
          <a:ln w="3175"/>
        </p:spPr>
        <p:txBody>
          <a:bodyPr lIns="35718" tIns="35718" rIns="35718" bIns="35718"/>
          <a:lstStyle/>
          <a:p>
            <a:r>
              <a:t>Bayes’ Rule</a:t>
            </a:r>
          </a:p>
        </p:txBody>
      </p:sp>
      <p:sp>
        <p:nvSpPr>
          <p:cNvPr id="341" name="Shape 341"/>
          <p:cNvSpPr>
            <a:spLocks noGrp="1"/>
          </p:cNvSpPr>
          <p:nvPr>
            <p:ph type="sldNum" sz="quarter" idx="2"/>
          </p:nvPr>
        </p:nvSpPr>
        <p:spPr>
          <a:xfrm>
            <a:off x="6553200" y="6538912"/>
            <a:ext cx="2133600" cy="228303"/>
          </a:xfrm>
          <a:prstGeom prst="rect">
            <a:avLst/>
          </a:prstGeom>
          <a:ln w="3175"/>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5718" tIns="35718" rIns="35718" bIns="35718" anchor="t"/>
          <a:lstStyle/>
          <a:p>
            <a:fld id="{86CB4B4D-7CA3-9044-876B-883B54F8677D}" type="slidenum">
              <a:t>33</a:t>
            </a:fld>
            <a:endParaRPr/>
          </a:p>
        </p:txBody>
      </p:sp>
      <p:pic>
        <p:nvPicPr>
          <p:cNvPr id="342" name="pasted-image.png"/>
          <p:cNvPicPr>
            <a:picLocks noChangeAspect="1"/>
          </p:cNvPicPr>
          <p:nvPr/>
        </p:nvPicPr>
        <p:blipFill>
          <a:blip r:embed="rId2"/>
          <a:srcRect r="53831"/>
          <a:stretch>
            <a:fillRect/>
          </a:stretch>
        </p:blipFill>
        <p:spPr>
          <a:xfrm>
            <a:off x="2141462" y="1537279"/>
            <a:ext cx="4063979" cy="1345042"/>
          </a:xfrm>
          <a:prstGeom prst="rect">
            <a:avLst/>
          </a:prstGeom>
          <a:ln w="3175">
            <a:miter lim="400000"/>
          </a:ln>
        </p:spPr>
      </p:pic>
      <p:pic>
        <p:nvPicPr>
          <p:cNvPr id="343" name="pasted-image.png"/>
          <p:cNvPicPr>
            <a:picLocks noChangeAspect="1"/>
          </p:cNvPicPr>
          <p:nvPr/>
        </p:nvPicPr>
        <p:blipFill>
          <a:blip r:embed="rId3"/>
          <a:stretch>
            <a:fillRect/>
          </a:stretch>
        </p:blipFill>
        <p:spPr>
          <a:xfrm>
            <a:off x="2627312" y="3136900"/>
            <a:ext cx="3889376" cy="2685051"/>
          </a:xfrm>
          <a:prstGeom prst="rect">
            <a:avLst/>
          </a:prstGeom>
          <a:ln w="12700">
            <a:miter lim="400000"/>
          </a:ln>
        </p:spPr>
      </p:pic>
    </p:spTree>
  </p:cSld>
  <p:clrMapOvr>
    <a:masterClrMapping/>
  </p:clrMapOvr>
  <p:transition spd="med" advTm="136520"/>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5" name="Shape 345"/>
          <p:cNvSpPr>
            <a:spLocks noGrp="1"/>
          </p:cNvSpPr>
          <p:nvPr>
            <p:ph type="title"/>
          </p:nvPr>
        </p:nvSpPr>
        <p:spPr>
          <a:prstGeom prst="rect">
            <a:avLst/>
          </a:prstGeom>
          <a:ln w="3175"/>
        </p:spPr>
        <p:txBody>
          <a:bodyPr lIns="35718" tIns="35718" rIns="35718" bIns="35718"/>
          <a:lstStyle/>
          <a:p>
            <a:r>
              <a:t>Bayes’ Rule</a:t>
            </a:r>
          </a:p>
        </p:txBody>
      </p:sp>
      <p:sp>
        <p:nvSpPr>
          <p:cNvPr id="346" name="Shape 346"/>
          <p:cNvSpPr>
            <a:spLocks noGrp="1"/>
          </p:cNvSpPr>
          <p:nvPr>
            <p:ph type="sldNum" sz="quarter" idx="2"/>
          </p:nvPr>
        </p:nvSpPr>
        <p:spPr>
          <a:xfrm>
            <a:off x="6553200" y="6538912"/>
            <a:ext cx="2133600" cy="228303"/>
          </a:xfrm>
          <a:prstGeom prst="rect">
            <a:avLst/>
          </a:prstGeom>
          <a:ln w="3175"/>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5718" tIns="35718" rIns="35718" bIns="35718" anchor="t"/>
          <a:lstStyle/>
          <a:p>
            <a:fld id="{86CB4B4D-7CA3-9044-876B-883B54F8677D}" type="slidenum">
              <a:t>34</a:t>
            </a:fld>
            <a:endParaRPr/>
          </a:p>
        </p:txBody>
      </p:sp>
      <p:pic>
        <p:nvPicPr>
          <p:cNvPr id="347" name="pasted-image.pdf"/>
          <p:cNvPicPr>
            <a:picLocks noChangeAspect="1"/>
          </p:cNvPicPr>
          <p:nvPr/>
        </p:nvPicPr>
        <p:blipFill>
          <a:blip r:embed="rId2"/>
          <a:srcRect r="53831"/>
          <a:stretch>
            <a:fillRect/>
          </a:stretch>
        </p:blipFill>
        <p:spPr>
          <a:xfrm>
            <a:off x="2141462" y="1537279"/>
            <a:ext cx="4063979" cy="1345042"/>
          </a:xfrm>
          <a:prstGeom prst="rect">
            <a:avLst/>
          </a:prstGeom>
          <a:ln w="3175">
            <a:miter lim="400000"/>
          </a:ln>
        </p:spPr>
      </p:pic>
      <p:pic>
        <p:nvPicPr>
          <p:cNvPr id="348" name="pasted-image.png"/>
          <p:cNvPicPr>
            <a:picLocks noChangeAspect="1"/>
          </p:cNvPicPr>
          <p:nvPr/>
        </p:nvPicPr>
        <p:blipFill>
          <a:blip r:embed="rId3"/>
          <a:stretch>
            <a:fillRect/>
          </a:stretch>
        </p:blipFill>
        <p:spPr>
          <a:xfrm>
            <a:off x="2627312" y="3136900"/>
            <a:ext cx="3889376" cy="2685051"/>
          </a:xfrm>
          <a:prstGeom prst="rect">
            <a:avLst/>
          </a:prstGeom>
          <a:ln w="12700">
            <a:miter lim="400000"/>
          </a:ln>
        </p:spPr>
      </p:pic>
      <p:sp>
        <p:nvSpPr>
          <p:cNvPr id="349" name="Shape 349"/>
          <p:cNvSpPr txBox="1"/>
          <p:nvPr/>
        </p:nvSpPr>
        <p:spPr>
          <a:xfrm>
            <a:off x="1465586" y="5948679"/>
            <a:ext cx="6212828" cy="33308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lvl1pPr>
              <a:defRPr>
                <a:solidFill>
                  <a:schemeClr val="accent2"/>
                </a:solidFill>
              </a:defRPr>
            </a:lvl1pPr>
          </a:lstStyle>
          <a:p>
            <a:r>
              <a:t>NB: I hope there’s no need to point this out but this is just a joke…</a:t>
            </a:r>
          </a:p>
        </p:txBody>
      </p:sp>
      <p:sp>
        <p:nvSpPr>
          <p:cNvPr id="350" name="Shape 350"/>
          <p:cNvSpPr/>
          <p:nvPr/>
        </p:nvSpPr>
        <p:spPr>
          <a:xfrm>
            <a:off x="2544762" y="3035300"/>
            <a:ext cx="4054476" cy="2888251"/>
          </a:xfrm>
          <a:prstGeom prst="rect">
            <a:avLst/>
          </a:prstGeom>
          <a:solidFill>
            <a:srgbClr val="FF0000">
              <a:alpha val="10000"/>
            </a:srgbClr>
          </a:solidFill>
          <a:ln>
            <a:solidFill>
              <a:srgbClr val="FF0000"/>
            </a:solidFill>
            <a:bevel/>
          </a:ln>
        </p:spPr>
        <p:txBody>
          <a:bodyPr lIns="45719" rIns="45719" anchor="ctr"/>
          <a:lstStyle/>
          <a:p>
            <a:pPr algn="ctr">
              <a:defRPr>
                <a:solidFill>
                  <a:srgbClr val="FFFFFF"/>
                </a:solidFill>
              </a:defRPr>
            </a:pPr>
            <a:endParaRPr/>
          </a:p>
        </p:txBody>
      </p:sp>
    </p:spTree>
  </p:cSld>
  <p:clrMapOvr>
    <a:masterClrMapping/>
  </p:clrMapOvr>
  <p:transition spd="med" advTm="7451"/>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2" name="Shape 352"/>
          <p:cNvSpPr>
            <a:spLocks noGrp="1"/>
          </p:cNvSpPr>
          <p:nvPr>
            <p:ph type="body" idx="1"/>
          </p:nvPr>
        </p:nvSpPr>
        <p:spPr>
          <a:prstGeom prst="rect">
            <a:avLst/>
          </a:prstGeom>
          <a:ln w="3175"/>
        </p:spPr>
        <p:txBody>
          <a:bodyPr/>
          <a:lstStyle/>
          <a:p>
            <a:r>
              <a:t>of a discrete random variable</a:t>
            </a:r>
          </a:p>
          <a:p>
            <a:endParaRPr/>
          </a:p>
          <a:p>
            <a:r>
              <a:t>of a continuous random variable</a:t>
            </a:r>
          </a:p>
          <a:p>
            <a:endParaRPr/>
          </a:p>
          <a:p>
            <a:r>
              <a:t>Linearity of expectations</a:t>
            </a:r>
          </a:p>
        </p:txBody>
      </p:sp>
      <p:sp>
        <p:nvSpPr>
          <p:cNvPr id="353" name="Shape 353"/>
          <p:cNvSpPr>
            <a:spLocks noGrp="1"/>
          </p:cNvSpPr>
          <p:nvPr>
            <p:ph type="title"/>
          </p:nvPr>
        </p:nvSpPr>
        <p:spPr>
          <a:prstGeom prst="rect">
            <a:avLst/>
          </a:prstGeom>
          <a:ln w="3175"/>
        </p:spPr>
        <p:txBody>
          <a:bodyPr lIns="35718" tIns="35718" rIns="35718" bIns="35718"/>
          <a:lstStyle/>
          <a:p>
            <a:r>
              <a:t>Expectation</a:t>
            </a:r>
          </a:p>
        </p:txBody>
      </p:sp>
      <p:sp>
        <p:nvSpPr>
          <p:cNvPr id="354" name="Shape 354"/>
          <p:cNvSpPr>
            <a:spLocks noGrp="1"/>
          </p:cNvSpPr>
          <p:nvPr>
            <p:ph type="sldNum" sz="quarter" idx="2"/>
          </p:nvPr>
        </p:nvSpPr>
        <p:spPr>
          <a:xfrm>
            <a:off x="6553200" y="6538912"/>
            <a:ext cx="2133600" cy="228303"/>
          </a:xfrm>
          <a:prstGeom prst="rect">
            <a:avLst/>
          </a:prstGeom>
          <a:ln w="3175"/>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5718" tIns="35718" rIns="35718" bIns="35718" anchor="t"/>
          <a:lstStyle/>
          <a:p>
            <a:fld id="{86CB4B4D-7CA3-9044-876B-883B54F8677D}" type="slidenum">
              <a:t>35</a:t>
            </a:fld>
            <a:endParaRPr/>
          </a:p>
        </p:txBody>
      </p:sp>
      <p:pic>
        <p:nvPicPr>
          <p:cNvPr id="355" name="pasted-image.png"/>
          <p:cNvPicPr>
            <a:picLocks noChangeAspect="1"/>
          </p:cNvPicPr>
          <p:nvPr/>
        </p:nvPicPr>
        <p:blipFill>
          <a:blip r:embed="rId2"/>
          <a:srcRect r="49395"/>
          <a:stretch>
            <a:fillRect/>
          </a:stretch>
        </p:blipFill>
        <p:spPr>
          <a:xfrm>
            <a:off x="2637174" y="2037396"/>
            <a:ext cx="3720011" cy="964817"/>
          </a:xfrm>
          <a:prstGeom prst="rect">
            <a:avLst/>
          </a:prstGeom>
          <a:ln w="3175">
            <a:miter lim="400000"/>
          </a:ln>
        </p:spPr>
      </p:pic>
      <p:pic>
        <p:nvPicPr>
          <p:cNvPr id="356" name="pasted-image.png"/>
          <p:cNvPicPr>
            <a:picLocks noChangeAspect="1"/>
          </p:cNvPicPr>
          <p:nvPr/>
        </p:nvPicPr>
        <p:blipFill>
          <a:blip r:embed="rId3"/>
          <a:srcRect r="48981"/>
          <a:stretch>
            <a:fillRect/>
          </a:stretch>
        </p:blipFill>
        <p:spPr>
          <a:xfrm>
            <a:off x="2745322" y="3229673"/>
            <a:ext cx="3503666" cy="798621"/>
          </a:xfrm>
          <a:prstGeom prst="rect">
            <a:avLst/>
          </a:prstGeom>
          <a:ln w="3175">
            <a:miter lim="400000"/>
          </a:ln>
        </p:spPr>
      </p:pic>
      <p:pic>
        <p:nvPicPr>
          <p:cNvPr id="357" name="pasted-image.png"/>
          <p:cNvPicPr>
            <a:picLocks noChangeAspect="1"/>
          </p:cNvPicPr>
          <p:nvPr/>
        </p:nvPicPr>
        <p:blipFill>
          <a:blip r:embed="rId4"/>
          <a:srcRect r="30153"/>
          <a:stretch>
            <a:fillRect/>
          </a:stretch>
        </p:blipFill>
        <p:spPr>
          <a:xfrm>
            <a:off x="1781968" y="4500726"/>
            <a:ext cx="5579886" cy="658044"/>
          </a:xfrm>
          <a:prstGeom prst="rect">
            <a:avLst/>
          </a:prstGeom>
          <a:ln w="3175">
            <a:miter lim="400000"/>
          </a:ln>
        </p:spPr>
      </p:pic>
    </p:spTree>
  </p:cSld>
  <p:clrMapOvr>
    <a:masterClrMapping/>
  </p:clrMapOvr>
  <p:transition spd="med" advTm="171573"/>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9" name="Shape 359"/>
          <p:cNvSpPr>
            <a:spLocks noGrp="1"/>
          </p:cNvSpPr>
          <p:nvPr>
            <p:ph type="body" idx="1"/>
          </p:nvPr>
        </p:nvSpPr>
        <p:spPr>
          <a:prstGeom prst="rect">
            <a:avLst/>
          </a:prstGeom>
          <a:ln w="3175"/>
        </p:spPr>
        <p:txBody>
          <a:bodyPr/>
          <a:lstStyle/>
          <a:p>
            <a:r>
              <a:t>Variance</a:t>
            </a:r>
          </a:p>
          <a:p>
            <a:endParaRPr/>
          </a:p>
          <a:p>
            <a:r>
              <a:t>Covariance</a:t>
            </a:r>
          </a:p>
          <a:p>
            <a:endParaRPr/>
          </a:p>
          <a:p>
            <a:r>
              <a:t>Covariance matrix given a random vector </a:t>
            </a:r>
            <a:r>
              <a:rPr b="1">
                <a:latin typeface="+mn-lt"/>
                <a:ea typeface="+mn-ea"/>
                <a:cs typeface="+mn-cs"/>
                <a:sym typeface="Helvetica"/>
              </a:rPr>
              <a:t>x</a:t>
            </a:r>
          </a:p>
        </p:txBody>
      </p:sp>
      <p:sp>
        <p:nvSpPr>
          <p:cNvPr id="360" name="Shape 360"/>
          <p:cNvSpPr>
            <a:spLocks noGrp="1"/>
          </p:cNvSpPr>
          <p:nvPr>
            <p:ph type="title"/>
          </p:nvPr>
        </p:nvSpPr>
        <p:spPr>
          <a:prstGeom prst="rect">
            <a:avLst/>
          </a:prstGeom>
          <a:ln w="3175"/>
        </p:spPr>
        <p:txBody>
          <a:bodyPr lIns="35718" tIns="35718" rIns="35718" bIns="35718"/>
          <a:lstStyle/>
          <a:p>
            <a:r>
              <a:t>Variance and covariance</a:t>
            </a:r>
          </a:p>
        </p:txBody>
      </p:sp>
      <p:sp>
        <p:nvSpPr>
          <p:cNvPr id="361" name="Shape 361"/>
          <p:cNvSpPr>
            <a:spLocks noGrp="1"/>
          </p:cNvSpPr>
          <p:nvPr>
            <p:ph type="sldNum" sz="quarter" idx="2"/>
          </p:nvPr>
        </p:nvSpPr>
        <p:spPr>
          <a:xfrm>
            <a:off x="6553200" y="6538912"/>
            <a:ext cx="2133600" cy="228303"/>
          </a:xfrm>
          <a:prstGeom prst="rect">
            <a:avLst/>
          </a:prstGeom>
          <a:ln w="3175"/>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5718" tIns="35718" rIns="35718" bIns="35718" anchor="t"/>
          <a:lstStyle/>
          <a:p>
            <a:fld id="{86CB4B4D-7CA3-9044-876B-883B54F8677D}" type="slidenum">
              <a:t>36</a:t>
            </a:fld>
            <a:endParaRPr/>
          </a:p>
        </p:txBody>
      </p:sp>
      <p:pic>
        <p:nvPicPr>
          <p:cNvPr id="362" name="pasted-image.png"/>
          <p:cNvPicPr>
            <a:picLocks noChangeAspect="1"/>
          </p:cNvPicPr>
          <p:nvPr/>
        </p:nvPicPr>
        <p:blipFill>
          <a:blip r:embed="rId2"/>
          <a:srcRect r="40060"/>
          <a:stretch>
            <a:fillRect/>
          </a:stretch>
        </p:blipFill>
        <p:spPr>
          <a:xfrm>
            <a:off x="2210593" y="1972136"/>
            <a:ext cx="4722910" cy="748809"/>
          </a:xfrm>
          <a:prstGeom prst="rect">
            <a:avLst/>
          </a:prstGeom>
          <a:ln w="3175">
            <a:miter lim="400000"/>
          </a:ln>
        </p:spPr>
      </p:pic>
      <p:pic>
        <p:nvPicPr>
          <p:cNvPr id="363" name="pasted-image.png"/>
          <p:cNvPicPr>
            <a:picLocks noChangeAspect="1"/>
          </p:cNvPicPr>
          <p:nvPr/>
        </p:nvPicPr>
        <p:blipFill>
          <a:blip r:embed="rId3"/>
          <a:srcRect r="20011"/>
          <a:stretch>
            <a:fillRect/>
          </a:stretch>
        </p:blipFill>
        <p:spPr>
          <a:xfrm>
            <a:off x="853063" y="3293360"/>
            <a:ext cx="7437874" cy="671198"/>
          </a:xfrm>
          <a:prstGeom prst="rect">
            <a:avLst/>
          </a:prstGeom>
          <a:ln w="3175">
            <a:miter lim="400000"/>
          </a:ln>
        </p:spPr>
      </p:pic>
      <p:pic>
        <p:nvPicPr>
          <p:cNvPr id="364" name="pasted-image.png"/>
          <p:cNvPicPr>
            <a:picLocks noChangeAspect="1"/>
          </p:cNvPicPr>
          <p:nvPr/>
        </p:nvPicPr>
        <p:blipFill>
          <a:blip r:embed="rId4"/>
          <a:srcRect r="54900"/>
          <a:stretch>
            <a:fillRect/>
          </a:stretch>
        </p:blipFill>
        <p:spPr>
          <a:xfrm>
            <a:off x="2757884" y="4414104"/>
            <a:ext cx="3628307" cy="688618"/>
          </a:xfrm>
          <a:prstGeom prst="rect">
            <a:avLst/>
          </a:prstGeom>
          <a:ln w="3175">
            <a:miter lim="400000"/>
          </a:ln>
        </p:spPr>
      </p:pic>
    </p:spTree>
  </p:cSld>
  <p:clrMapOvr>
    <a:masterClrMapping/>
  </p:clrMapOvr>
  <p:transition spd="med" advTm="128558"/>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6" name="Shape 366"/>
          <p:cNvSpPr>
            <a:spLocks noGrp="1"/>
          </p:cNvSpPr>
          <p:nvPr>
            <p:ph type="title"/>
          </p:nvPr>
        </p:nvSpPr>
        <p:spPr>
          <a:prstGeom prst="rect">
            <a:avLst/>
          </a:prstGeom>
          <a:ln w="3175"/>
        </p:spPr>
        <p:txBody>
          <a:bodyPr lIns="35718" tIns="35718" rIns="35718" bIns="35718"/>
          <a:lstStyle/>
          <a:p>
            <a:r>
              <a:rPr dirty="0"/>
              <a:t>Bernoulli distribution</a:t>
            </a:r>
          </a:p>
        </p:txBody>
      </p:sp>
      <p:sp>
        <p:nvSpPr>
          <p:cNvPr id="367" name="Shape 367"/>
          <p:cNvSpPr>
            <a:spLocks noGrp="1"/>
          </p:cNvSpPr>
          <p:nvPr>
            <p:ph type="sldNum" sz="quarter" idx="2"/>
          </p:nvPr>
        </p:nvSpPr>
        <p:spPr>
          <a:xfrm>
            <a:off x="6553200" y="6538912"/>
            <a:ext cx="2133600" cy="228303"/>
          </a:xfrm>
          <a:prstGeom prst="rect">
            <a:avLst/>
          </a:prstGeom>
          <a:ln w="3175"/>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5718" tIns="35718" rIns="35718" bIns="35718" anchor="t"/>
          <a:lstStyle/>
          <a:p>
            <a:fld id="{86CB4B4D-7CA3-9044-876B-883B54F8677D}" type="slidenum">
              <a:t>37</a:t>
            </a:fld>
            <a:endParaRPr/>
          </a:p>
        </p:txBody>
      </p:sp>
      <p:pic>
        <p:nvPicPr>
          <p:cNvPr id="368" name="pasted-image.png"/>
          <p:cNvPicPr>
            <a:picLocks noChangeAspect="1"/>
          </p:cNvPicPr>
          <p:nvPr/>
        </p:nvPicPr>
        <p:blipFill>
          <a:blip r:embed="rId2"/>
          <a:srcRect r="50850"/>
          <a:stretch>
            <a:fillRect/>
          </a:stretch>
        </p:blipFill>
        <p:spPr>
          <a:xfrm>
            <a:off x="2610445" y="2004615"/>
            <a:ext cx="3923024" cy="2848939"/>
          </a:xfrm>
          <a:prstGeom prst="rect">
            <a:avLst/>
          </a:prstGeom>
          <a:ln w="3175">
            <a:miter lim="400000"/>
          </a:ln>
        </p:spPr>
      </p:pic>
    </p:spTree>
  </p:cSld>
  <p:clrMapOvr>
    <a:masterClrMapping/>
  </p:clrMapOvr>
  <p:transition spd="med" advTm="133949"/>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0" name="Shape 370"/>
          <p:cNvSpPr>
            <a:spLocks noGrp="1"/>
          </p:cNvSpPr>
          <p:nvPr>
            <p:ph type="body" idx="1"/>
          </p:nvPr>
        </p:nvSpPr>
        <p:spPr>
          <a:prstGeom prst="rect">
            <a:avLst/>
          </a:prstGeom>
          <a:ln w="3175"/>
        </p:spPr>
        <p:txBody>
          <a:bodyPr/>
          <a:lstStyle/>
          <a:p>
            <a:r>
              <a:t>Parametrised by variance</a:t>
            </a:r>
          </a:p>
          <a:p>
            <a:endParaRPr/>
          </a:p>
          <a:p>
            <a:endParaRPr/>
          </a:p>
          <a:p>
            <a:r>
              <a:t>Parametrised by precision</a:t>
            </a:r>
          </a:p>
        </p:txBody>
      </p:sp>
      <p:sp>
        <p:nvSpPr>
          <p:cNvPr id="371" name="Shape 371"/>
          <p:cNvSpPr>
            <a:spLocks noGrp="1"/>
          </p:cNvSpPr>
          <p:nvPr>
            <p:ph type="title"/>
          </p:nvPr>
        </p:nvSpPr>
        <p:spPr>
          <a:prstGeom prst="rect">
            <a:avLst/>
          </a:prstGeom>
          <a:ln w="3175"/>
        </p:spPr>
        <p:txBody>
          <a:bodyPr lIns="35718" tIns="35718" rIns="35718" bIns="35718"/>
          <a:lstStyle/>
          <a:p>
            <a:r>
              <a:t>Gaussian distribution</a:t>
            </a:r>
          </a:p>
        </p:txBody>
      </p:sp>
      <p:sp>
        <p:nvSpPr>
          <p:cNvPr id="372" name="Shape 372"/>
          <p:cNvSpPr>
            <a:spLocks noGrp="1"/>
          </p:cNvSpPr>
          <p:nvPr>
            <p:ph type="sldNum" sz="quarter" idx="2"/>
          </p:nvPr>
        </p:nvSpPr>
        <p:spPr>
          <a:xfrm>
            <a:off x="6553200" y="6538912"/>
            <a:ext cx="2133600" cy="228303"/>
          </a:xfrm>
          <a:prstGeom prst="rect">
            <a:avLst/>
          </a:prstGeom>
          <a:ln w="3175"/>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5718" tIns="35718" rIns="35718" bIns="35718" anchor="t"/>
          <a:lstStyle/>
          <a:p>
            <a:fld id="{86CB4B4D-7CA3-9044-876B-883B54F8677D}" type="slidenum">
              <a:t>38</a:t>
            </a:fld>
            <a:endParaRPr/>
          </a:p>
        </p:txBody>
      </p:sp>
      <p:pic>
        <p:nvPicPr>
          <p:cNvPr id="373" name="pasted-image.png"/>
          <p:cNvPicPr>
            <a:picLocks noChangeAspect="1"/>
          </p:cNvPicPr>
          <p:nvPr/>
        </p:nvPicPr>
        <p:blipFill>
          <a:blip r:embed="rId2"/>
          <a:srcRect r="31026"/>
          <a:stretch>
            <a:fillRect/>
          </a:stretch>
        </p:blipFill>
        <p:spPr>
          <a:xfrm>
            <a:off x="1587896" y="2170175"/>
            <a:ext cx="5968101" cy="1198991"/>
          </a:xfrm>
          <a:prstGeom prst="rect">
            <a:avLst/>
          </a:prstGeom>
          <a:ln w="3175">
            <a:miter lim="400000"/>
          </a:ln>
        </p:spPr>
      </p:pic>
      <p:pic>
        <p:nvPicPr>
          <p:cNvPr id="374" name="pasted-image.png"/>
          <p:cNvPicPr>
            <a:picLocks noChangeAspect="1"/>
          </p:cNvPicPr>
          <p:nvPr/>
        </p:nvPicPr>
        <p:blipFill>
          <a:blip r:embed="rId3"/>
          <a:srcRect r="32633"/>
          <a:stretch>
            <a:fillRect/>
          </a:stretch>
        </p:blipFill>
        <p:spPr>
          <a:xfrm>
            <a:off x="1778793" y="3913709"/>
            <a:ext cx="5586519" cy="1106188"/>
          </a:xfrm>
          <a:prstGeom prst="rect">
            <a:avLst/>
          </a:prstGeom>
          <a:ln w="3175">
            <a:miter lim="400000"/>
          </a:ln>
        </p:spPr>
      </p:pic>
    </p:spTree>
  </p:cSld>
  <p:clrMapOvr>
    <a:masterClrMapping/>
  </p:clrMapOvr>
  <p:transition spd="med" advTm="108087"/>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6" name="Shape 376"/>
          <p:cNvSpPr>
            <a:spLocks noGrp="1"/>
          </p:cNvSpPr>
          <p:nvPr>
            <p:ph type="title"/>
          </p:nvPr>
        </p:nvSpPr>
        <p:spPr>
          <a:prstGeom prst="rect">
            <a:avLst/>
          </a:prstGeom>
          <a:ln w="3175"/>
        </p:spPr>
        <p:txBody>
          <a:bodyPr lIns="35718" tIns="35718" rIns="35718" bIns="35718"/>
          <a:lstStyle/>
          <a:p>
            <a:r>
              <a:t>Gaussian distribution</a:t>
            </a:r>
          </a:p>
        </p:txBody>
      </p:sp>
      <p:sp>
        <p:nvSpPr>
          <p:cNvPr id="377" name="Shape 377"/>
          <p:cNvSpPr>
            <a:spLocks noGrp="1"/>
          </p:cNvSpPr>
          <p:nvPr>
            <p:ph type="sldNum" sz="quarter" idx="2"/>
          </p:nvPr>
        </p:nvSpPr>
        <p:spPr>
          <a:xfrm>
            <a:off x="6553200" y="6538912"/>
            <a:ext cx="2133600" cy="228303"/>
          </a:xfrm>
          <a:prstGeom prst="rect">
            <a:avLst/>
          </a:prstGeom>
          <a:ln w="3175"/>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5718" tIns="35718" rIns="35718" bIns="35718" anchor="t"/>
          <a:lstStyle/>
          <a:p>
            <a:fld id="{86CB4B4D-7CA3-9044-876B-883B54F8677D}" type="slidenum">
              <a:t>39</a:t>
            </a:fld>
            <a:endParaRPr/>
          </a:p>
        </p:txBody>
      </p:sp>
      <p:pic>
        <p:nvPicPr>
          <p:cNvPr id="378" name="pasted-image.png"/>
          <p:cNvPicPr>
            <a:picLocks noChangeAspect="1"/>
          </p:cNvPicPr>
          <p:nvPr/>
        </p:nvPicPr>
        <p:blipFill>
          <a:blip r:embed="rId2"/>
          <a:stretch>
            <a:fillRect/>
          </a:stretch>
        </p:blipFill>
        <p:spPr>
          <a:xfrm>
            <a:off x="720261" y="1389832"/>
            <a:ext cx="7703478" cy="4078336"/>
          </a:xfrm>
          <a:prstGeom prst="rect">
            <a:avLst/>
          </a:prstGeom>
          <a:ln w="3175">
            <a:miter lim="400000"/>
          </a:ln>
        </p:spPr>
      </p:pic>
      <p:sp>
        <p:nvSpPr>
          <p:cNvPr id="379" name="Shape 379"/>
          <p:cNvSpPr txBox="1"/>
          <p:nvPr/>
        </p:nvSpPr>
        <p:spPr>
          <a:xfrm>
            <a:off x="3843759" y="5247443"/>
            <a:ext cx="1456482" cy="43973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35718" tIns="35718" rIns="35718" bIns="35718" anchor="ctr">
            <a:spAutoFit/>
          </a:bodyPr>
          <a:lstStyle>
            <a:lvl1pPr algn="ctr" defTabSz="410765">
              <a:defRPr sz="2400">
                <a:latin typeface="+mn-lt"/>
                <a:ea typeface="+mn-ea"/>
                <a:cs typeface="+mn-cs"/>
                <a:sym typeface="Helvetica"/>
              </a:defRPr>
            </a:lvl1pPr>
          </a:lstStyle>
          <a:p>
            <a:r>
              <a:t>Figure 3.1</a:t>
            </a:r>
          </a:p>
        </p:txBody>
      </p:sp>
    </p:spTree>
  </p:cSld>
  <p:clrMapOvr>
    <a:masterClrMapping/>
  </p:clrMapOvr>
  <p:transition spd="med" advTm="36385"/>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1" name="Shape 381"/>
          <p:cNvSpPr>
            <a:spLocks noGrp="1"/>
          </p:cNvSpPr>
          <p:nvPr>
            <p:ph type="body" idx="1"/>
          </p:nvPr>
        </p:nvSpPr>
        <p:spPr>
          <a:prstGeom prst="rect">
            <a:avLst/>
          </a:prstGeom>
          <a:ln w="3175"/>
        </p:spPr>
        <p:txBody>
          <a:bodyPr/>
          <a:lstStyle/>
          <a:p>
            <a:r>
              <a:t>Parametrised by variance</a:t>
            </a:r>
          </a:p>
          <a:p>
            <a:endParaRPr/>
          </a:p>
          <a:p>
            <a:endParaRPr/>
          </a:p>
          <a:p>
            <a:r>
              <a:t>Parametrised by precision</a:t>
            </a:r>
          </a:p>
        </p:txBody>
      </p:sp>
      <p:sp>
        <p:nvSpPr>
          <p:cNvPr id="382" name="Shape 382"/>
          <p:cNvSpPr>
            <a:spLocks noGrp="1"/>
          </p:cNvSpPr>
          <p:nvPr>
            <p:ph type="title"/>
          </p:nvPr>
        </p:nvSpPr>
        <p:spPr>
          <a:prstGeom prst="rect">
            <a:avLst/>
          </a:prstGeom>
          <a:ln w="3175"/>
        </p:spPr>
        <p:txBody>
          <a:bodyPr lIns="35718" tIns="35718" rIns="35718" bIns="35718"/>
          <a:lstStyle/>
          <a:p>
            <a:r>
              <a:t>Multivariate Gaussian</a:t>
            </a:r>
          </a:p>
        </p:txBody>
      </p:sp>
      <p:sp>
        <p:nvSpPr>
          <p:cNvPr id="383" name="Shape 383"/>
          <p:cNvSpPr>
            <a:spLocks noGrp="1"/>
          </p:cNvSpPr>
          <p:nvPr>
            <p:ph type="sldNum" sz="quarter" idx="2"/>
          </p:nvPr>
        </p:nvSpPr>
        <p:spPr>
          <a:xfrm>
            <a:off x="6553200" y="6538912"/>
            <a:ext cx="2133600" cy="228303"/>
          </a:xfrm>
          <a:prstGeom prst="rect">
            <a:avLst/>
          </a:prstGeom>
          <a:ln w="3175"/>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5718" tIns="35718" rIns="35718" bIns="35718" anchor="t"/>
          <a:lstStyle/>
          <a:p>
            <a:fld id="{86CB4B4D-7CA3-9044-876B-883B54F8677D}" type="slidenum">
              <a:t>40</a:t>
            </a:fld>
            <a:endParaRPr/>
          </a:p>
        </p:txBody>
      </p:sp>
      <p:pic>
        <p:nvPicPr>
          <p:cNvPr id="384" name="pasted-image.png"/>
          <p:cNvPicPr>
            <a:picLocks noChangeAspect="1"/>
          </p:cNvPicPr>
          <p:nvPr/>
        </p:nvPicPr>
        <p:blipFill>
          <a:blip r:embed="rId2"/>
          <a:srcRect r="18369"/>
          <a:stretch>
            <a:fillRect/>
          </a:stretch>
        </p:blipFill>
        <p:spPr>
          <a:xfrm>
            <a:off x="997487" y="2245029"/>
            <a:ext cx="7273397" cy="1083649"/>
          </a:xfrm>
          <a:prstGeom prst="rect">
            <a:avLst/>
          </a:prstGeom>
          <a:ln w="3175">
            <a:miter lim="400000"/>
          </a:ln>
        </p:spPr>
      </p:pic>
      <p:pic>
        <p:nvPicPr>
          <p:cNvPr id="385" name="pasted-image.png"/>
          <p:cNvPicPr>
            <a:picLocks noChangeAspect="1"/>
          </p:cNvPicPr>
          <p:nvPr/>
        </p:nvPicPr>
        <p:blipFill>
          <a:blip r:embed="rId3"/>
          <a:srcRect r="19068"/>
          <a:stretch>
            <a:fillRect/>
          </a:stretch>
        </p:blipFill>
        <p:spPr>
          <a:xfrm>
            <a:off x="991137" y="3965833"/>
            <a:ext cx="7286125" cy="1071627"/>
          </a:xfrm>
          <a:prstGeom prst="rect">
            <a:avLst/>
          </a:prstGeom>
          <a:ln w="3175">
            <a:miter lim="400000"/>
          </a:ln>
        </p:spPr>
      </p:pic>
    </p:spTree>
  </p:cSld>
  <p:clrMapOvr>
    <a:masterClrMapping/>
  </p:clrMapOvr>
  <p:transition spd="med" advTm="97701"/>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7" name="Shape 387"/>
          <p:cNvSpPr>
            <a:spLocks noGrp="1"/>
          </p:cNvSpPr>
          <p:nvPr>
            <p:ph type="body" idx="1"/>
          </p:nvPr>
        </p:nvSpPr>
        <p:spPr>
          <a:prstGeom prst="rect">
            <a:avLst/>
          </a:prstGeom>
          <a:ln w="3175"/>
        </p:spPr>
        <p:txBody>
          <a:bodyPr/>
          <a:lstStyle/>
          <a:p>
            <a:r>
              <a:t>Exponential</a:t>
            </a:r>
          </a:p>
          <a:p>
            <a:endParaRPr/>
          </a:p>
          <a:p>
            <a:r>
              <a:t>Laplacian</a:t>
            </a:r>
          </a:p>
          <a:p>
            <a:endParaRPr/>
          </a:p>
          <a:p>
            <a:r>
              <a:t>Dirac</a:t>
            </a:r>
          </a:p>
        </p:txBody>
      </p:sp>
      <p:sp>
        <p:nvSpPr>
          <p:cNvPr id="388" name="Shape 388"/>
          <p:cNvSpPr>
            <a:spLocks noGrp="1"/>
          </p:cNvSpPr>
          <p:nvPr>
            <p:ph type="title"/>
          </p:nvPr>
        </p:nvSpPr>
        <p:spPr>
          <a:prstGeom prst="rect">
            <a:avLst/>
          </a:prstGeom>
          <a:ln w="3175"/>
        </p:spPr>
        <p:txBody>
          <a:bodyPr lIns="35718" tIns="35718" rIns="35718" bIns="35718"/>
          <a:lstStyle/>
          <a:p>
            <a:r>
              <a:t>More distributions</a:t>
            </a:r>
          </a:p>
        </p:txBody>
      </p:sp>
      <p:sp>
        <p:nvSpPr>
          <p:cNvPr id="389" name="Shape 389"/>
          <p:cNvSpPr>
            <a:spLocks noGrp="1"/>
          </p:cNvSpPr>
          <p:nvPr>
            <p:ph type="sldNum" sz="quarter" idx="2"/>
          </p:nvPr>
        </p:nvSpPr>
        <p:spPr>
          <a:xfrm>
            <a:off x="6553200" y="6538912"/>
            <a:ext cx="2133600" cy="228303"/>
          </a:xfrm>
          <a:prstGeom prst="rect">
            <a:avLst/>
          </a:prstGeom>
          <a:ln w="3175"/>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5718" tIns="35718" rIns="35718" bIns="35718" anchor="t"/>
          <a:lstStyle/>
          <a:p>
            <a:fld id="{86CB4B4D-7CA3-9044-876B-883B54F8677D}" type="slidenum">
              <a:t>41</a:t>
            </a:fld>
            <a:endParaRPr/>
          </a:p>
        </p:txBody>
      </p:sp>
      <p:pic>
        <p:nvPicPr>
          <p:cNvPr id="390" name="pasted-image.png"/>
          <p:cNvPicPr>
            <a:picLocks noChangeAspect="1"/>
          </p:cNvPicPr>
          <p:nvPr/>
        </p:nvPicPr>
        <p:blipFill>
          <a:blip r:embed="rId3"/>
          <a:srcRect r="51077"/>
          <a:stretch>
            <a:fillRect/>
          </a:stretch>
        </p:blipFill>
        <p:spPr>
          <a:xfrm>
            <a:off x="2559248" y="2177726"/>
            <a:ext cx="4025516" cy="661521"/>
          </a:xfrm>
          <a:prstGeom prst="rect">
            <a:avLst/>
          </a:prstGeom>
          <a:ln w="3175">
            <a:miter lim="400000"/>
          </a:ln>
        </p:spPr>
      </p:pic>
      <p:pic>
        <p:nvPicPr>
          <p:cNvPr id="391" name="pasted-image.png"/>
          <p:cNvPicPr>
            <a:picLocks noChangeAspect="1"/>
          </p:cNvPicPr>
          <p:nvPr/>
        </p:nvPicPr>
        <p:blipFill>
          <a:blip r:embed="rId4"/>
          <a:srcRect r="35606"/>
          <a:stretch>
            <a:fillRect/>
          </a:stretch>
        </p:blipFill>
        <p:spPr>
          <a:xfrm>
            <a:off x="1898054" y="3150143"/>
            <a:ext cx="5347969" cy="1058471"/>
          </a:xfrm>
          <a:prstGeom prst="rect">
            <a:avLst/>
          </a:prstGeom>
          <a:ln w="3175">
            <a:miter lim="400000"/>
          </a:ln>
        </p:spPr>
      </p:pic>
      <p:pic>
        <p:nvPicPr>
          <p:cNvPr id="392" name="pasted-image.png"/>
          <p:cNvPicPr>
            <a:picLocks noChangeAspect="1"/>
          </p:cNvPicPr>
          <p:nvPr/>
        </p:nvPicPr>
        <p:blipFill>
          <a:blip r:embed="rId5"/>
          <a:srcRect r="66959"/>
          <a:stretch>
            <a:fillRect/>
          </a:stretch>
        </p:blipFill>
        <p:spPr>
          <a:xfrm>
            <a:off x="3282553" y="4519435"/>
            <a:ext cx="2578696" cy="730987"/>
          </a:xfrm>
          <a:prstGeom prst="rect">
            <a:avLst/>
          </a:prstGeom>
          <a:ln w="3175">
            <a:miter lim="400000"/>
          </a:ln>
        </p:spPr>
      </p:pic>
    </p:spTree>
  </p:cSld>
  <p:clrMapOvr>
    <a:masterClrMapping/>
  </p:clrMapOvr>
  <p:transition spd="med" advTm="41970"/>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Shape 394"/>
          <p:cNvSpPr>
            <a:spLocks noGrp="1"/>
          </p:cNvSpPr>
          <p:nvPr>
            <p:ph type="body" idx="1"/>
          </p:nvPr>
        </p:nvSpPr>
        <p:spPr>
          <a:prstGeom prst="rect">
            <a:avLst/>
          </a:prstGeom>
          <a:ln w="3175"/>
        </p:spPr>
        <p:txBody>
          <a:bodyPr/>
          <a:lstStyle/>
          <a:p>
            <a:r>
              <a:rPr dirty="0"/>
              <a:t>Exponential</a:t>
            </a:r>
          </a:p>
          <a:p>
            <a:endParaRPr dirty="0"/>
          </a:p>
          <a:p>
            <a:r>
              <a:rPr dirty="0"/>
              <a:t>Laplacian</a:t>
            </a:r>
          </a:p>
          <a:p>
            <a:endParaRPr dirty="0"/>
          </a:p>
          <a:p>
            <a:r>
              <a:rPr dirty="0"/>
              <a:t>Dirac</a:t>
            </a:r>
          </a:p>
        </p:txBody>
      </p:sp>
      <p:sp>
        <p:nvSpPr>
          <p:cNvPr id="395" name="Shape 395"/>
          <p:cNvSpPr>
            <a:spLocks noGrp="1"/>
          </p:cNvSpPr>
          <p:nvPr>
            <p:ph type="title"/>
          </p:nvPr>
        </p:nvSpPr>
        <p:spPr>
          <a:prstGeom prst="rect">
            <a:avLst/>
          </a:prstGeom>
          <a:ln w="3175"/>
        </p:spPr>
        <p:txBody>
          <a:bodyPr lIns="35718" tIns="35718" rIns="35718" bIns="35718"/>
          <a:lstStyle/>
          <a:p>
            <a:r>
              <a:t>More distributions</a:t>
            </a:r>
          </a:p>
        </p:txBody>
      </p:sp>
      <p:sp>
        <p:nvSpPr>
          <p:cNvPr id="396" name="Shape 396"/>
          <p:cNvSpPr>
            <a:spLocks noGrp="1"/>
          </p:cNvSpPr>
          <p:nvPr>
            <p:ph type="sldNum" sz="quarter" idx="2"/>
          </p:nvPr>
        </p:nvSpPr>
        <p:spPr>
          <a:xfrm>
            <a:off x="6553200" y="6538912"/>
            <a:ext cx="2133600" cy="228303"/>
          </a:xfrm>
          <a:prstGeom prst="rect">
            <a:avLst/>
          </a:prstGeom>
          <a:ln w="3175"/>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5718" tIns="35718" rIns="35718" bIns="35718" anchor="t"/>
          <a:lstStyle/>
          <a:p>
            <a:fld id="{86CB4B4D-7CA3-9044-876B-883B54F8677D}" type="slidenum">
              <a:t>42</a:t>
            </a:fld>
            <a:endParaRPr/>
          </a:p>
        </p:txBody>
      </p:sp>
      <p:pic>
        <p:nvPicPr>
          <p:cNvPr id="397" name="pasted-image.pdf"/>
          <p:cNvPicPr>
            <a:picLocks noChangeAspect="1"/>
          </p:cNvPicPr>
          <p:nvPr/>
        </p:nvPicPr>
        <p:blipFill>
          <a:blip r:embed="rId2"/>
          <a:srcRect r="51077"/>
          <a:stretch>
            <a:fillRect/>
          </a:stretch>
        </p:blipFill>
        <p:spPr>
          <a:xfrm>
            <a:off x="2559248" y="2177726"/>
            <a:ext cx="4025516" cy="661521"/>
          </a:xfrm>
          <a:prstGeom prst="rect">
            <a:avLst/>
          </a:prstGeom>
          <a:ln w="3175">
            <a:miter lim="400000"/>
          </a:ln>
        </p:spPr>
      </p:pic>
      <p:pic>
        <p:nvPicPr>
          <p:cNvPr id="398" name="pasted-image.pdf"/>
          <p:cNvPicPr>
            <a:picLocks noChangeAspect="1"/>
          </p:cNvPicPr>
          <p:nvPr/>
        </p:nvPicPr>
        <p:blipFill>
          <a:blip r:embed="rId3"/>
          <a:srcRect r="35606"/>
          <a:stretch>
            <a:fillRect/>
          </a:stretch>
        </p:blipFill>
        <p:spPr>
          <a:xfrm>
            <a:off x="1898054" y="3150143"/>
            <a:ext cx="5347969" cy="1058471"/>
          </a:xfrm>
          <a:prstGeom prst="rect">
            <a:avLst/>
          </a:prstGeom>
          <a:ln w="3175">
            <a:miter lim="400000"/>
          </a:ln>
        </p:spPr>
      </p:pic>
      <p:pic>
        <p:nvPicPr>
          <p:cNvPr id="399" name="pasted-image.pdf"/>
          <p:cNvPicPr>
            <a:picLocks noChangeAspect="1"/>
          </p:cNvPicPr>
          <p:nvPr/>
        </p:nvPicPr>
        <p:blipFill>
          <a:blip r:embed="rId4"/>
          <a:srcRect r="66959"/>
          <a:stretch>
            <a:fillRect/>
          </a:stretch>
        </p:blipFill>
        <p:spPr>
          <a:xfrm>
            <a:off x="3282553" y="4519435"/>
            <a:ext cx="2578696" cy="730987"/>
          </a:xfrm>
          <a:prstGeom prst="rect">
            <a:avLst/>
          </a:prstGeom>
          <a:ln w="3175">
            <a:miter lim="400000"/>
          </a:ln>
        </p:spPr>
      </p:pic>
      <p:sp>
        <p:nvSpPr>
          <p:cNvPr id="400" name="Shape 400"/>
          <p:cNvSpPr/>
          <p:nvPr/>
        </p:nvSpPr>
        <p:spPr>
          <a:xfrm>
            <a:off x="4298950" y="2054048"/>
            <a:ext cx="769247" cy="769248"/>
          </a:xfrm>
          <a:prstGeom prst="ellipse">
            <a:avLst/>
          </a:prstGeom>
          <a:solidFill>
            <a:srgbClr val="FF0000">
              <a:alpha val="10000"/>
            </a:srgbClr>
          </a:solidFill>
          <a:ln>
            <a:solidFill>
              <a:srgbClr val="FF0000"/>
            </a:solidFill>
            <a:bevel/>
          </a:ln>
        </p:spPr>
        <p:txBody>
          <a:bodyPr lIns="45719" rIns="45719" anchor="ctr"/>
          <a:lstStyle/>
          <a:p>
            <a:pPr algn="ctr">
              <a:defRPr>
                <a:solidFill>
                  <a:srgbClr val="FFFFFF"/>
                </a:solidFill>
              </a:defRPr>
            </a:pPr>
            <a:endParaRPr/>
          </a:p>
        </p:txBody>
      </p:sp>
      <p:sp>
        <p:nvSpPr>
          <p:cNvPr id="401" name="Shape 401"/>
          <p:cNvSpPr txBox="1"/>
          <p:nvPr/>
        </p:nvSpPr>
        <p:spPr>
          <a:xfrm>
            <a:off x="2610272" y="2785497"/>
            <a:ext cx="4580259" cy="33308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p>
            <a:pPr>
              <a:defRPr>
                <a:solidFill>
                  <a:schemeClr val="accent2"/>
                </a:solidFill>
              </a:defRPr>
            </a:pPr>
            <a:r>
              <a:t>Assign probability zero to all negative values of </a:t>
            </a:r>
            <a:r>
              <a:rPr i="1">
                <a:latin typeface="+mn-lt"/>
                <a:ea typeface="+mn-ea"/>
                <a:cs typeface="+mn-cs"/>
                <a:sym typeface="Helvetica"/>
              </a:rPr>
              <a:t>x</a:t>
            </a:r>
          </a:p>
        </p:txBody>
      </p:sp>
    </p:spTree>
  </p:cSld>
  <p:clrMapOvr>
    <a:masterClrMapping/>
  </p:clrMapOvr>
  <p:transition spd="med" advTm="141740"/>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3" name="Shape 403"/>
          <p:cNvSpPr>
            <a:spLocks noGrp="1"/>
          </p:cNvSpPr>
          <p:nvPr>
            <p:ph type="title"/>
          </p:nvPr>
        </p:nvSpPr>
        <p:spPr>
          <a:prstGeom prst="rect">
            <a:avLst/>
          </a:prstGeom>
          <a:ln w="3175"/>
        </p:spPr>
        <p:txBody>
          <a:bodyPr lIns="35718" tIns="35718" rIns="35718" bIns="35718"/>
          <a:lstStyle/>
          <a:p>
            <a:r>
              <a:t>Mixture distributions</a:t>
            </a:r>
          </a:p>
        </p:txBody>
      </p:sp>
      <p:sp>
        <p:nvSpPr>
          <p:cNvPr id="404" name="Shape 404"/>
          <p:cNvSpPr>
            <a:spLocks noGrp="1"/>
          </p:cNvSpPr>
          <p:nvPr>
            <p:ph type="sldNum" sz="quarter" idx="2"/>
          </p:nvPr>
        </p:nvSpPr>
        <p:spPr>
          <a:xfrm>
            <a:off x="6553200" y="6538912"/>
            <a:ext cx="2133600" cy="228303"/>
          </a:xfrm>
          <a:prstGeom prst="rect">
            <a:avLst/>
          </a:prstGeom>
          <a:ln w="3175"/>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5718" tIns="35718" rIns="35718" bIns="35718" anchor="t"/>
          <a:lstStyle/>
          <a:p>
            <a:fld id="{86CB4B4D-7CA3-9044-876B-883B54F8677D}" type="slidenum">
              <a:t>43</a:t>
            </a:fld>
            <a:endParaRPr/>
          </a:p>
        </p:txBody>
      </p:sp>
      <p:pic>
        <p:nvPicPr>
          <p:cNvPr id="405" name="pasted-image.png"/>
          <p:cNvPicPr>
            <a:picLocks noChangeAspect="1"/>
          </p:cNvPicPr>
          <p:nvPr/>
        </p:nvPicPr>
        <p:blipFill>
          <a:blip r:embed="rId2"/>
          <a:srcRect r="42863"/>
          <a:stretch>
            <a:fillRect/>
          </a:stretch>
        </p:blipFill>
        <p:spPr>
          <a:xfrm>
            <a:off x="2305964" y="1549052"/>
            <a:ext cx="4992825" cy="1068668"/>
          </a:xfrm>
          <a:prstGeom prst="rect">
            <a:avLst/>
          </a:prstGeom>
          <a:ln w="3175">
            <a:miter lim="400000"/>
          </a:ln>
        </p:spPr>
      </p:pic>
      <p:pic>
        <p:nvPicPr>
          <p:cNvPr id="406" name="pasted-image.png"/>
          <p:cNvPicPr>
            <a:picLocks noChangeAspect="1"/>
          </p:cNvPicPr>
          <p:nvPr/>
        </p:nvPicPr>
        <p:blipFill>
          <a:blip r:embed="rId3"/>
          <a:stretch>
            <a:fillRect/>
          </a:stretch>
        </p:blipFill>
        <p:spPr>
          <a:xfrm>
            <a:off x="2721712" y="3114976"/>
            <a:ext cx="3615823" cy="2961166"/>
          </a:xfrm>
          <a:prstGeom prst="rect">
            <a:avLst/>
          </a:prstGeom>
          <a:ln w="3175">
            <a:miter lim="400000"/>
          </a:ln>
        </p:spPr>
      </p:pic>
      <p:sp>
        <p:nvSpPr>
          <p:cNvPr id="407" name="Shape 407"/>
          <p:cNvSpPr txBox="1"/>
          <p:nvPr/>
        </p:nvSpPr>
        <p:spPr>
          <a:xfrm>
            <a:off x="4074066" y="5986655"/>
            <a:ext cx="1456483" cy="43973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35718" tIns="35718" rIns="35718" bIns="35718" anchor="ctr">
            <a:spAutoFit/>
          </a:bodyPr>
          <a:lstStyle>
            <a:lvl1pPr algn="ctr" defTabSz="410765">
              <a:defRPr sz="2400">
                <a:latin typeface="+mn-lt"/>
                <a:ea typeface="+mn-ea"/>
                <a:cs typeface="+mn-cs"/>
                <a:sym typeface="Helvetica"/>
              </a:defRPr>
            </a:lvl1pPr>
          </a:lstStyle>
          <a:p>
            <a:r>
              <a:t>Figure 3.2</a:t>
            </a:r>
          </a:p>
        </p:txBody>
      </p:sp>
      <p:sp>
        <p:nvSpPr>
          <p:cNvPr id="408" name="Shape 408"/>
          <p:cNvSpPr txBox="1"/>
          <p:nvPr/>
        </p:nvSpPr>
        <p:spPr>
          <a:xfrm>
            <a:off x="1894356" y="2793681"/>
            <a:ext cx="5815904" cy="31308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5718" tIns="35718" rIns="35718" bIns="35718" anchor="ctr">
            <a:spAutoFit/>
          </a:bodyPr>
          <a:lstStyle>
            <a:lvl1pPr algn="ctr" defTabSz="410765">
              <a:defRPr>
                <a:solidFill>
                  <a:schemeClr val="accent2"/>
                </a:solidFill>
              </a:defRPr>
            </a:lvl1pPr>
          </a:lstStyle>
          <a:p>
            <a:r>
              <a:t>Gaussian mixture with three components</a:t>
            </a:r>
          </a:p>
        </p:txBody>
      </p:sp>
    </p:spTree>
  </p:cSld>
  <p:clrMapOvr>
    <a:masterClrMapping/>
  </p:clrMapOvr>
  <p:transition spd="med" advTm="84428"/>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0" name="pasted-image.png"/>
          <p:cNvPicPr>
            <a:picLocks noChangeAspect="1"/>
          </p:cNvPicPr>
          <p:nvPr/>
        </p:nvPicPr>
        <p:blipFill>
          <a:blip r:embed="rId2"/>
          <a:stretch>
            <a:fillRect/>
          </a:stretch>
        </p:blipFill>
        <p:spPr>
          <a:xfrm>
            <a:off x="332137" y="1211995"/>
            <a:ext cx="7604231" cy="5026513"/>
          </a:xfrm>
          <a:prstGeom prst="rect">
            <a:avLst/>
          </a:prstGeom>
          <a:ln w="3175">
            <a:miter lim="400000"/>
          </a:ln>
        </p:spPr>
      </p:pic>
      <p:sp>
        <p:nvSpPr>
          <p:cNvPr id="411" name="Shape 411"/>
          <p:cNvSpPr>
            <a:spLocks noGrp="1"/>
          </p:cNvSpPr>
          <p:nvPr>
            <p:ph type="title"/>
          </p:nvPr>
        </p:nvSpPr>
        <p:spPr>
          <a:prstGeom prst="rect">
            <a:avLst/>
          </a:prstGeom>
          <a:ln w="3175"/>
        </p:spPr>
        <p:txBody>
          <a:bodyPr lIns="35718" tIns="35718" rIns="35718" bIns="35718"/>
          <a:lstStyle/>
          <a:p>
            <a:r>
              <a:t>Logistic sigmoid</a:t>
            </a:r>
          </a:p>
        </p:txBody>
      </p:sp>
      <p:sp>
        <p:nvSpPr>
          <p:cNvPr id="412" name="Shape 412"/>
          <p:cNvSpPr>
            <a:spLocks noGrp="1"/>
          </p:cNvSpPr>
          <p:nvPr>
            <p:ph type="sldNum" sz="quarter" idx="2"/>
          </p:nvPr>
        </p:nvSpPr>
        <p:spPr>
          <a:xfrm>
            <a:off x="6553200" y="6538912"/>
            <a:ext cx="2133600" cy="228303"/>
          </a:xfrm>
          <a:prstGeom prst="rect">
            <a:avLst/>
          </a:prstGeom>
          <a:ln w="3175"/>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5718" tIns="35718" rIns="35718" bIns="35718" anchor="t"/>
          <a:lstStyle/>
          <a:p>
            <a:fld id="{86CB4B4D-7CA3-9044-876B-883B54F8677D}" type="slidenum">
              <a:t>44</a:t>
            </a:fld>
            <a:endParaRPr/>
          </a:p>
        </p:txBody>
      </p:sp>
      <p:sp>
        <p:nvSpPr>
          <p:cNvPr id="413" name="Shape 413"/>
          <p:cNvSpPr txBox="1"/>
          <p:nvPr/>
        </p:nvSpPr>
        <p:spPr>
          <a:xfrm>
            <a:off x="2018065" y="6010658"/>
            <a:ext cx="5107869" cy="31308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35718" tIns="35718" rIns="35718" bIns="35718" anchor="ctr">
            <a:spAutoFit/>
          </a:bodyPr>
          <a:lstStyle>
            <a:lvl1pPr algn="ctr" defTabSz="410765">
              <a:defRPr>
                <a:solidFill>
                  <a:schemeClr val="accent2"/>
                </a:solidFill>
              </a:defRPr>
            </a:lvl1pPr>
          </a:lstStyle>
          <a:p>
            <a:r>
              <a:t>Commonly used to parametrise Bernoulli distributions</a:t>
            </a:r>
          </a:p>
        </p:txBody>
      </p:sp>
      <p:sp>
        <p:nvSpPr>
          <p:cNvPr id="414" name="Shape 414"/>
          <p:cNvSpPr txBox="1"/>
          <p:nvPr/>
        </p:nvSpPr>
        <p:spPr>
          <a:xfrm>
            <a:off x="1765722" y="1986279"/>
            <a:ext cx="1309426" cy="33308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p>
            <a:r>
              <a:t>1/(1+exp(-x))</a:t>
            </a:r>
          </a:p>
        </p:txBody>
      </p:sp>
    </p:spTree>
  </p:cSld>
  <p:clrMapOvr>
    <a:masterClrMapping/>
  </p:clrMapOvr>
  <p:transition spd="med" advTm="116690"/>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2" name="Shape 422"/>
          <p:cNvSpPr>
            <a:spLocks noGrp="1"/>
          </p:cNvSpPr>
          <p:nvPr>
            <p:ph type="body" idx="1"/>
          </p:nvPr>
        </p:nvSpPr>
        <p:spPr>
          <a:prstGeom prst="rect">
            <a:avLst/>
          </a:prstGeom>
          <a:ln w="3175"/>
        </p:spPr>
        <p:txBody>
          <a:bodyPr/>
          <a:lstStyle/>
          <a:p>
            <a:r>
              <a:t>Information</a:t>
            </a:r>
          </a:p>
          <a:p>
            <a:endParaRPr/>
          </a:p>
          <a:p>
            <a:r>
              <a:t>Entropy</a:t>
            </a:r>
          </a:p>
          <a:p>
            <a:endParaRPr/>
          </a:p>
          <a:p>
            <a:r>
              <a:t>KL divergence</a:t>
            </a:r>
          </a:p>
        </p:txBody>
      </p:sp>
      <p:sp>
        <p:nvSpPr>
          <p:cNvPr id="423" name="Shape 423"/>
          <p:cNvSpPr>
            <a:spLocks noGrp="1"/>
          </p:cNvSpPr>
          <p:nvPr>
            <p:ph type="title"/>
          </p:nvPr>
        </p:nvSpPr>
        <p:spPr>
          <a:prstGeom prst="rect">
            <a:avLst/>
          </a:prstGeom>
          <a:ln w="3175"/>
        </p:spPr>
        <p:txBody>
          <a:bodyPr lIns="35718" tIns="35718" rIns="35718" bIns="35718"/>
          <a:lstStyle/>
          <a:p>
            <a:r>
              <a:t>Information theory</a:t>
            </a:r>
          </a:p>
        </p:txBody>
      </p:sp>
      <p:sp>
        <p:nvSpPr>
          <p:cNvPr id="424" name="Shape 424"/>
          <p:cNvSpPr>
            <a:spLocks noGrp="1"/>
          </p:cNvSpPr>
          <p:nvPr>
            <p:ph type="sldNum" sz="quarter" idx="2"/>
          </p:nvPr>
        </p:nvSpPr>
        <p:spPr>
          <a:xfrm>
            <a:off x="6553200" y="6538912"/>
            <a:ext cx="2133600" cy="228303"/>
          </a:xfrm>
          <a:prstGeom prst="rect">
            <a:avLst/>
          </a:prstGeom>
          <a:ln w="3175"/>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5718" tIns="35718" rIns="35718" bIns="35718" anchor="t"/>
          <a:lstStyle/>
          <a:p>
            <a:fld id="{86CB4B4D-7CA3-9044-876B-883B54F8677D}" type="slidenum">
              <a:t>45</a:t>
            </a:fld>
            <a:endParaRPr/>
          </a:p>
        </p:txBody>
      </p:sp>
      <p:pic>
        <p:nvPicPr>
          <p:cNvPr id="425" name="pasted-image.png"/>
          <p:cNvPicPr>
            <a:picLocks noChangeAspect="1"/>
          </p:cNvPicPr>
          <p:nvPr/>
        </p:nvPicPr>
        <p:blipFill>
          <a:blip r:embed="rId3"/>
          <a:srcRect r="63805"/>
          <a:stretch>
            <a:fillRect/>
          </a:stretch>
        </p:blipFill>
        <p:spPr>
          <a:xfrm>
            <a:off x="3191668" y="2248603"/>
            <a:ext cx="2760645" cy="580257"/>
          </a:xfrm>
          <a:prstGeom prst="rect">
            <a:avLst/>
          </a:prstGeom>
          <a:ln w="3175">
            <a:miter lim="400000"/>
          </a:ln>
        </p:spPr>
      </p:pic>
      <p:pic>
        <p:nvPicPr>
          <p:cNvPr id="426" name="pasted-image.png"/>
          <p:cNvPicPr>
            <a:picLocks noChangeAspect="1"/>
          </p:cNvPicPr>
          <p:nvPr/>
        </p:nvPicPr>
        <p:blipFill>
          <a:blip r:embed="rId4"/>
          <a:srcRect r="35358"/>
          <a:stretch>
            <a:fillRect/>
          </a:stretch>
        </p:blipFill>
        <p:spPr>
          <a:xfrm>
            <a:off x="1729779" y="3361298"/>
            <a:ext cx="5684386" cy="580276"/>
          </a:xfrm>
          <a:prstGeom prst="rect">
            <a:avLst/>
          </a:prstGeom>
          <a:ln w="3175">
            <a:miter lim="400000"/>
          </a:ln>
        </p:spPr>
      </p:pic>
      <p:pic>
        <p:nvPicPr>
          <p:cNvPr id="427" name="pasted-image.png"/>
          <p:cNvPicPr>
            <a:picLocks noChangeAspect="1"/>
          </p:cNvPicPr>
          <p:nvPr/>
        </p:nvPicPr>
        <p:blipFill>
          <a:blip r:embed="rId5"/>
          <a:srcRect r="18145"/>
          <a:stretch>
            <a:fillRect/>
          </a:stretch>
        </p:blipFill>
        <p:spPr>
          <a:xfrm>
            <a:off x="457200" y="4356427"/>
            <a:ext cx="8229738" cy="1092426"/>
          </a:xfrm>
          <a:prstGeom prst="rect">
            <a:avLst/>
          </a:prstGeom>
          <a:ln w="3175">
            <a:miter lim="400000"/>
          </a:ln>
        </p:spPr>
      </p:pic>
      <mc:AlternateContent xmlns:mc="http://schemas.openxmlformats.org/markup-compatibility/2006" xmlns:p14="http://schemas.microsoft.com/office/powerpoint/2010/main">
        <mc:Choice Requires="p14">
          <p:contentPart p14:bwMode="auto" r:id="rId6">
            <p14:nvContentPartPr>
              <p14:cNvPr id="4" name="Ink 3">
                <a:extLst>
                  <a:ext uri="{FF2B5EF4-FFF2-40B4-BE49-F238E27FC236}">
                    <a16:creationId xmlns:a16="http://schemas.microsoft.com/office/drawing/2014/main" id="{5603C89C-F5E4-4569-93B2-D2B36CA9D1E5}"/>
                  </a:ext>
                </a:extLst>
              </p14:cNvPr>
              <p14:cNvContentPartPr/>
              <p14:nvPr/>
            </p14:nvContentPartPr>
            <p14:xfrm>
              <a:off x="6572880" y="565200"/>
              <a:ext cx="25200" cy="23400"/>
            </p14:xfrm>
          </p:contentPart>
        </mc:Choice>
        <mc:Fallback xmlns="">
          <p:pic>
            <p:nvPicPr>
              <p:cNvPr id="4" name="Ink 3">
                <a:extLst>
                  <a:ext uri="{FF2B5EF4-FFF2-40B4-BE49-F238E27FC236}">
                    <a16:creationId xmlns:a16="http://schemas.microsoft.com/office/drawing/2014/main" id="{5603C89C-F5E4-4569-93B2-D2B36CA9D1E5}"/>
                  </a:ext>
                </a:extLst>
              </p:cNvPr>
              <p:cNvPicPr/>
              <p:nvPr/>
            </p:nvPicPr>
            <p:blipFill>
              <a:blip r:embed="rId9"/>
              <a:stretch>
                <a:fillRect/>
              </a:stretch>
            </p:blipFill>
            <p:spPr>
              <a:xfrm>
                <a:off x="6563520" y="555840"/>
                <a:ext cx="43920" cy="4212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0" name="Ink 9">
                <a:extLst>
                  <a:ext uri="{FF2B5EF4-FFF2-40B4-BE49-F238E27FC236}">
                    <a16:creationId xmlns:a16="http://schemas.microsoft.com/office/drawing/2014/main" id="{D6C77419-4B60-4D79-AAF1-10B933D7EA33}"/>
                  </a:ext>
                </a:extLst>
              </p14:cNvPr>
              <p14:cNvContentPartPr/>
              <p14:nvPr/>
            </p14:nvContentPartPr>
            <p14:xfrm>
              <a:off x="7494120" y="1185840"/>
              <a:ext cx="34920" cy="17280"/>
            </p14:xfrm>
          </p:contentPart>
        </mc:Choice>
        <mc:Fallback xmlns="">
          <p:pic>
            <p:nvPicPr>
              <p:cNvPr id="10" name="Ink 9">
                <a:extLst>
                  <a:ext uri="{FF2B5EF4-FFF2-40B4-BE49-F238E27FC236}">
                    <a16:creationId xmlns:a16="http://schemas.microsoft.com/office/drawing/2014/main" id="{D6C77419-4B60-4D79-AAF1-10B933D7EA33}"/>
                  </a:ext>
                </a:extLst>
              </p:cNvPr>
              <p:cNvPicPr/>
              <p:nvPr/>
            </p:nvPicPr>
            <p:blipFill>
              <a:blip r:embed="rId11"/>
              <a:stretch>
                <a:fillRect/>
              </a:stretch>
            </p:blipFill>
            <p:spPr>
              <a:xfrm>
                <a:off x="7484760" y="1176480"/>
                <a:ext cx="53640" cy="36000"/>
              </a:xfrm>
              <a:prstGeom prst="rect">
                <a:avLst/>
              </a:prstGeom>
            </p:spPr>
          </p:pic>
        </mc:Fallback>
      </mc:AlternateContent>
    </p:spTree>
  </p:cSld>
  <p:clrMapOvr>
    <a:masterClrMapping/>
  </p:clrMapOvr>
  <p:transition spd="med" advTm="437848"/>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9" name="Shape 429"/>
          <p:cNvSpPr>
            <a:spLocks noGrp="1"/>
          </p:cNvSpPr>
          <p:nvPr>
            <p:ph type="title"/>
          </p:nvPr>
        </p:nvSpPr>
        <p:spPr>
          <a:prstGeom prst="rect">
            <a:avLst/>
          </a:prstGeom>
          <a:ln w="3175"/>
        </p:spPr>
        <p:txBody>
          <a:bodyPr lIns="35718" tIns="35718" rIns="35718" bIns="35718"/>
          <a:lstStyle/>
          <a:p>
            <a:r>
              <a:t>Entropy of a Bernoulli variable</a:t>
            </a:r>
          </a:p>
        </p:txBody>
      </p:sp>
      <p:sp>
        <p:nvSpPr>
          <p:cNvPr id="430" name="Shape 430"/>
          <p:cNvSpPr>
            <a:spLocks noGrp="1"/>
          </p:cNvSpPr>
          <p:nvPr>
            <p:ph type="sldNum" sz="quarter" idx="2"/>
          </p:nvPr>
        </p:nvSpPr>
        <p:spPr>
          <a:xfrm>
            <a:off x="6553200" y="6538912"/>
            <a:ext cx="2133600" cy="228303"/>
          </a:xfrm>
          <a:prstGeom prst="rect">
            <a:avLst/>
          </a:prstGeom>
          <a:ln w="3175"/>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5718" tIns="35718" rIns="35718" bIns="35718" anchor="t"/>
          <a:lstStyle/>
          <a:p>
            <a:fld id="{86CB4B4D-7CA3-9044-876B-883B54F8677D}" type="slidenum">
              <a:t>46</a:t>
            </a:fld>
            <a:endParaRPr/>
          </a:p>
        </p:txBody>
      </p:sp>
      <p:pic>
        <p:nvPicPr>
          <p:cNvPr id="431" name="pasted-image.png"/>
          <p:cNvPicPr>
            <a:picLocks noChangeAspect="1"/>
          </p:cNvPicPr>
          <p:nvPr/>
        </p:nvPicPr>
        <p:blipFill>
          <a:blip r:embed="rId2"/>
          <a:stretch>
            <a:fillRect/>
          </a:stretch>
        </p:blipFill>
        <p:spPr>
          <a:xfrm>
            <a:off x="86674" y="1478416"/>
            <a:ext cx="8167520" cy="4331655"/>
          </a:xfrm>
          <a:prstGeom prst="rect">
            <a:avLst/>
          </a:prstGeom>
          <a:ln w="3175">
            <a:miter lim="400000"/>
          </a:ln>
        </p:spPr>
      </p:pic>
      <p:sp>
        <p:nvSpPr>
          <p:cNvPr id="432" name="Shape 432"/>
          <p:cNvSpPr txBox="1"/>
          <p:nvPr/>
        </p:nvSpPr>
        <p:spPr>
          <a:xfrm>
            <a:off x="3945359" y="6044084"/>
            <a:ext cx="1456482" cy="43973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35718" tIns="35718" rIns="35718" bIns="35718" anchor="ctr">
            <a:spAutoFit/>
          </a:bodyPr>
          <a:lstStyle>
            <a:lvl1pPr algn="ctr" defTabSz="410765">
              <a:defRPr sz="2400">
                <a:latin typeface="+mn-lt"/>
                <a:ea typeface="+mn-ea"/>
                <a:cs typeface="+mn-cs"/>
                <a:sym typeface="Helvetica"/>
              </a:defRPr>
            </a:lvl1pPr>
          </a:lstStyle>
          <a:p>
            <a:r>
              <a:t>Figure 3.5</a:t>
            </a:r>
          </a:p>
        </p:txBody>
      </p:sp>
      <p:sp>
        <p:nvSpPr>
          <p:cNvPr id="433" name="Shape 433"/>
          <p:cNvSpPr txBox="1"/>
          <p:nvPr/>
        </p:nvSpPr>
        <p:spPr>
          <a:xfrm>
            <a:off x="3906484" y="5595155"/>
            <a:ext cx="1534232" cy="26079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35718" tIns="35718" rIns="35718" bIns="35718" anchor="ctr">
            <a:spAutoFit/>
          </a:bodyPr>
          <a:lstStyle>
            <a:lvl1pPr algn="ctr" defTabSz="410765">
              <a:defRPr sz="1400"/>
            </a:lvl1pPr>
          </a:lstStyle>
          <a:p>
            <a:r>
              <a:t>Bernoulli parameter</a:t>
            </a:r>
          </a:p>
        </p:txBody>
      </p:sp>
    </p:spTree>
  </p:cSld>
  <p:clrMapOvr>
    <a:masterClrMapping/>
  </p:clrMapOvr>
  <p:transition spd="med" advTm="103133"/>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5" name="Shape 435"/>
          <p:cNvSpPr>
            <a:spLocks noGrp="1"/>
          </p:cNvSpPr>
          <p:nvPr>
            <p:ph type="title"/>
          </p:nvPr>
        </p:nvSpPr>
        <p:spPr>
          <a:prstGeom prst="rect">
            <a:avLst/>
          </a:prstGeom>
          <a:ln w="3175"/>
        </p:spPr>
        <p:txBody>
          <a:bodyPr lIns="35718" tIns="35718" rIns="35718" bIns="35718"/>
          <a:lstStyle/>
          <a:p>
            <a:r>
              <a:t>The KL divergence is asymmetric</a:t>
            </a:r>
          </a:p>
        </p:txBody>
      </p:sp>
      <p:sp>
        <p:nvSpPr>
          <p:cNvPr id="436" name="Shape 436"/>
          <p:cNvSpPr>
            <a:spLocks noGrp="1"/>
          </p:cNvSpPr>
          <p:nvPr>
            <p:ph type="sldNum" sz="quarter" idx="2"/>
          </p:nvPr>
        </p:nvSpPr>
        <p:spPr>
          <a:xfrm>
            <a:off x="6553200" y="6538912"/>
            <a:ext cx="2133600" cy="228303"/>
          </a:xfrm>
          <a:prstGeom prst="rect">
            <a:avLst/>
          </a:prstGeom>
          <a:ln w="3175"/>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5718" tIns="35718" rIns="35718" bIns="35718" anchor="t"/>
          <a:lstStyle/>
          <a:p>
            <a:fld id="{86CB4B4D-7CA3-9044-876B-883B54F8677D}" type="slidenum">
              <a:t>47</a:t>
            </a:fld>
            <a:endParaRPr/>
          </a:p>
        </p:txBody>
      </p:sp>
      <p:pic>
        <p:nvPicPr>
          <p:cNvPr id="437" name="pasted-image.png"/>
          <p:cNvPicPr>
            <a:picLocks noChangeAspect="1"/>
          </p:cNvPicPr>
          <p:nvPr/>
        </p:nvPicPr>
        <p:blipFill>
          <a:blip r:embed="rId3"/>
          <a:stretch>
            <a:fillRect/>
          </a:stretch>
        </p:blipFill>
        <p:spPr>
          <a:xfrm>
            <a:off x="113794" y="1822956"/>
            <a:ext cx="8916412" cy="4444385"/>
          </a:xfrm>
          <a:prstGeom prst="rect">
            <a:avLst/>
          </a:prstGeom>
          <a:ln w="3175">
            <a:miter lim="400000"/>
          </a:ln>
        </p:spPr>
      </p:pic>
      <p:sp>
        <p:nvSpPr>
          <p:cNvPr id="438" name="Shape 438"/>
          <p:cNvSpPr txBox="1"/>
          <p:nvPr/>
        </p:nvSpPr>
        <p:spPr>
          <a:xfrm>
            <a:off x="3980100" y="6174568"/>
            <a:ext cx="1456483" cy="43973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35718" tIns="35718" rIns="35718" bIns="35718" anchor="ctr">
            <a:spAutoFit/>
          </a:bodyPr>
          <a:lstStyle>
            <a:lvl1pPr algn="ctr" defTabSz="410765">
              <a:defRPr sz="2400">
                <a:latin typeface="+mn-lt"/>
                <a:ea typeface="+mn-ea"/>
                <a:cs typeface="+mn-cs"/>
                <a:sym typeface="Helvetica"/>
              </a:defRPr>
            </a:lvl1pPr>
          </a:lstStyle>
          <a:p>
            <a:r>
              <a:t>Figure 3.6</a:t>
            </a:r>
          </a:p>
        </p:txBody>
      </p:sp>
      <mc:AlternateContent xmlns:mc="http://schemas.openxmlformats.org/markup-compatibility/2006" xmlns:p14="http://schemas.microsoft.com/office/powerpoint/2010/main">
        <mc:Choice Requires="p14">
          <p:contentPart p14:bwMode="auto" r:id="rId4">
            <p14:nvContentPartPr>
              <p14:cNvPr id="5" name="Ink 4">
                <a:extLst>
                  <a:ext uri="{FF2B5EF4-FFF2-40B4-BE49-F238E27FC236}">
                    <a16:creationId xmlns:a16="http://schemas.microsoft.com/office/drawing/2014/main" id="{104343B9-56E7-499F-A218-72814A7EA1D9}"/>
                  </a:ext>
                </a:extLst>
              </p14:cNvPr>
              <p14:cNvContentPartPr/>
              <p14:nvPr/>
            </p14:nvContentPartPr>
            <p14:xfrm>
              <a:off x="3666960" y="1100880"/>
              <a:ext cx="3819600" cy="683640"/>
            </p14:xfrm>
          </p:contentPart>
        </mc:Choice>
        <mc:Fallback xmlns="">
          <p:pic>
            <p:nvPicPr>
              <p:cNvPr id="5" name="Ink 4">
                <a:extLst>
                  <a:ext uri="{FF2B5EF4-FFF2-40B4-BE49-F238E27FC236}">
                    <a16:creationId xmlns:a16="http://schemas.microsoft.com/office/drawing/2014/main" id="{104343B9-56E7-499F-A218-72814A7EA1D9}"/>
                  </a:ext>
                </a:extLst>
              </p:cNvPr>
              <p:cNvPicPr/>
              <p:nvPr/>
            </p:nvPicPr>
            <p:blipFill>
              <a:blip r:embed="rId7"/>
              <a:stretch>
                <a:fillRect/>
              </a:stretch>
            </p:blipFill>
            <p:spPr>
              <a:xfrm>
                <a:off x="3657600" y="1091520"/>
                <a:ext cx="3838320" cy="702360"/>
              </a:xfrm>
              <a:prstGeom prst="rect">
                <a:avLst/>
              </a:prstGeom>
            </p:spPr>
          </p:pic>
        </mc:Fallback>
      </mc:AlternateContent>
    </p:spTree>
  </p:cSld>
  <p:clrMapOvr>
    <a:masterClrMapping/>
  </p:clrMapOvr>
  <p:transition spd="med" advTm="168399"/>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 name="Shape 440"/>
          <p:cNvSpPr txBox="1">
            <a:spLocks noGrp="1"/>
          </p:cNvSpPr>
          <p:nvPr>
            <p:ph type="ctrTitle"/>
          </p:nvPr>
        </p:nvSpPr>
        <p:spPr>
          <a:prstGeom prst="rect">
            <a:avLst/>
          </a:prstGeom>
        </p:spPr>
        <p:txBody>
          <a:bodyPr/>
          <a:lstStyle/>
          <a:p>
            <a:r>
              <a:t>Optimisation and</a:t>
            </a:r>
            <a:br/>
            <a:r>
              <a:t>numerical computation</a:t>
            </a:r>
          </a:p>
        </p:txBody>
      </p:sp>
      <p:sp>
        <p:nvSpPr>
          <p:cNvPr id="441" name="Shape 441"/>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48</a:t>
            </a:fld>
            <a:endParaRPr/>
          </a:p>
        </p:txBody>
      </p:sp>
    </p:spTree>
  </p:cSld>
  <p:clrMapOvr>
    <a:masterClrMapping/>
  </p:clrMapOvr>
  <p:transition spd="med" advTm="13550"/>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3" name="Shape 443"/>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49</a:t>
            </a:fld>
            <a:endParaRPr/>
          </a:p>
        </p:txBody>
      </p:sp>
      <p:pic>
        <p:nvPicPr>
          <p:cNvPr id="444" name="pasted-image.png"/>
          <p:cNvPicPr>
            <a:picLocks noChangeAspect="1"/>
          </p:cNvPicPr>
          <p:nvPr/>
        </p:nvPicPr>
        <p:blipFill>
          <a:blip r:embed="rId2"/>
          <a:stretch>
            <a:fillRect/>
          </a:stretch>
        </p:blipFill>
        <p:spPr>
          <a:xfrm>
            <a:off x="427302" y="2207994"/>
            <a:ext cx="8289396" cy="2442012"/>
          </a:xfrm>
          <a:prstGeom prst="rect">
            <a:avLst/>
          </a:prstGeom>
          <a:ln w="12700">
            <a:miter lim="400000"/>
          </a:ln>
        </p:spPr>
      </p:pic>
    </p:spTree>
  </p:cSld>
  <p:clrMapOvr>
    <a:masterClrMapping/>
  </p:clrMapOvr>
  <p:transition spd="med" advTm="44068"/>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6" name="Shape 446"/>
          <p:cNvSpPr txBox="1">
            <a:spLocks noGrp="1"/>
          </p:cNvSpPr>
          <p:nvPr>
            <p:ph type="body" idx="1"/>
          </p:nvPr>
        </p:nvSpPr>
        <p:spPr>
          <a:prstGeom prst="rect">
            <a:avLst/>
          </a:prstGeom>
        </p:spPr>
        <p:txBody>
          <a:bodyPr/>
          <a:lstStyle/>
          <a:p>
            <a:r>
              <a:t>First order derivatives</a:t>
            </a:r>
          </a:p>
          <a:p>
            <a:endParaRPr/>
          </a:p>
          <a:p>
            <a:endParaRPr/>
          </a:p>
          <a:p>
            <a:r>
              <a:t>Partial derivatives and gradient</a:t>
            </a:r>
          </a:p>
          <a:p>
            <a:endParaRPr/>
          </a:p>
          <a:p>
            <a:endParaRPr/>
          </a:p>
          <a:p>
            <a:r>
              <a:t>Jacobian matrix</a:t>
            </a:r>
          </a:p>
        </p:txBody>
      </p:sp>
      <p:sp>
        <p:nvSpPr>
          <p:cNvPr id="447" name="Shape 447"/>
          <p:cNvSpPr txBox="1">
            <a:spLocks noGrp="1"/>
          </p:cNvSpPr>
          <p:nvPr>
            <p:ph type="title"/>
          </p:nvPr>
        </p:nvSpPr>
        <p:spPr>
          <a:prstGeom prst="rect">
            <a:avLst/>
          </a:prstGeom>
        </p:spPr>
        <p:txBody>
          <a:bodyPr/>
          <a:lstStyle/>
          <a:p>
            <a:r>
              <a:t>First order derivatives</a:t>
            </a:r>
          </a:p>
        </p:txBody>
      </p:sp>
      <p:sp>
        <p:nvSpPr>
          <p:cNvPr id="448" name="Shape 448"/>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50</a:t>
            </a:fld>
            <a:endParaRPr/>
          </a:p>
        </p:txBody>
      </p:sp>
      <p:pic>
        <p:nvPicPr>
          <p:cNvPr id="449" name="Screen Shot 2019-02-27 at 18.41.51.png"/>
          <p:cNvPicPr>
            <a:picLocks noChangeAspect="1"/>
          </p:cNvPicPr>
          <p:nvPr/>
        </p:nvPicPr>
        <p:blipFill>
          <a:blip r:embed="rId2"/>
          <a:stretch>
            <a:fillRect/>
          </a:stretch>
        </p:blipFill>
        <p:spPr>
          <a:xfrm>
            <a:off x="5319846" y="4189153"/>
            <a:ext cx="1367051" cy="546821"/>
          </a:xfrm>
          <a:prstGeom prst="rect">
            <a:avLst/>
          </a:prstGeom>
          <a:ln w="12700">
            <a:miter lim="400000"/>
          </a:ln>
        </p:spPr>
      </p:pic>
      <p:pic>
        <p:nvPicPr>
          <p:cNvPr id="450" name="Screen Shot 2019-02-27 at 18.41.30.png"/>
          <p:cNvPicPr>
            <a:picLocks noChangeAspect="1"/>
          </p:cNvPicPr>
          <p:nvPr/>
        </p:nvPicPr>
        <p:blipFill>
          <a:blip r:embed="rId3"/>
          <a:srcRect r="8258"/>
          <a:stretch>
            <a:fillRect/>
          </a:stretch>
        </p:blipFill>
        <p:spPr>
          <a:xfrm>
            <a:off x="4707190" y="2241896"/>
            <a:ext cx="517184" cy="767648"/>
          </a:xfrm>
          <a:prstGeom prst="rect">
            <a:avLst/>
          </a:prstGeom>
          <a:ln w="12700">
            <a:miter lim="400000"/>
          </a:ln>
        </p:spPr>
      </p:pic>
      <p:pic>
        <p:nvPicPr>
          <p:cNvPr id="451" name="Screen Shot 2019-02-27 at 18.41.45.png"/>
          <p:cNvPicPr>
            <a:picLocks noChangeAspect="1"/>
          </p:cNvPicPr>
          <p:nvPr/>
        </p:nvPicPr>
        <p:blipFill>
          <a:blip r:embed="rId4"/>
          <a:srcRect b="5910"/>
          <a:stretch>
            <a:fillRect/>
          </a:stretch>
        </p:blipFill>
        <p:spPr>
          <a:xfrm>
            <a:off x="3359935" y="4142285"/>
            <a:ext cx="1395753" cy="640611"/>
          </a:xfrm>
          <a:prstGeom prst="rect">
            <a:avLst/>
          </a:prstGeom>
          <a:ln w="12700">
            <a:miter lim="400000"/>
          </a:ln>
        </p:spPr>
      </p:pic>
      <p:pic>
        <p:nvPicPr>
          <p:cNvPr id="452" name="Screen Shot 2019-02-27 at 18.42.55.png"/>
          <p:cNvPicPr>
            <a:picLocks noChangeAspect="1"/>
          </p:cNvPicPr>
          <p:nvPr/>
        </p:nvPicPr>
        <p:blipFill>
          <a:blip r:embed="rId5"/>
          <a:srcRect t="4767"/>
          <a:stretch>
            <a:fillRect/>
          </a:stretch>
        </p:blipFill>
        <p:spPr>
          <a:xfrm>
            <a:off x="3653487" y="5672770"/>
            <a:ext cx="2624561" cy="640612"/>
          </a:xfrm>
          <a:prstGeom prst="rect">
            <a:avLst/>
          </a:prstGeom>
          <a:ln w="12700">
            <a:miter lim="400000"/>
          </a:ln>
        </p:spPr>
      </p:pic>
      <mc:AlternateContent xmlns:mc="http://schemas.openxmlformats.org/markup-compatibility/2006" xmlns:p14="http://schemas.microsoft.com/office/powerpoint/2010/main">
        <mc:Choice Requires="p14">
          <p:contentPart p14:bwMode="auto" r:id="rId6">
            <p14:nvContentPartPr>
              <p14:cNvPr id="2" name="Ink 1">
                <a:extLst>
                  <a:ext uri="{FF2B5EF4-FFF2-40B4-BE49-F238E27FC236}">
                    <a16:creationId xmlns:a16="http://schemas.microsoft.com/office/drawing/2014/main" id="{08A29618-8DCD-44D4-B512-15485587B303}"/>
                  </a:ext>
                </a:extLst>
              </p14:cNvPr>
              <p14:cNvContentPartPr/>
              <p14:nvPr/>
            </p14:nvContentPartPr>
            <p14:xfrm>
              <a:off x="5437440" y="2478600"/>
              <a:ext cx="25920" cy="27720"/>
            </p14:xfrm>
          </p:contentPart>
        </mc:Choice>
        <mc:Fallback xmlns="">
          <p:pic>
            <p:nvPicPr>
              <p:cNvPr id="2" name="Ink 1">
                <a:extLst>
                  <a:ext uri="{FF2B5EF4-FFF2-40B4-BE49-F238E27FC236}">
                    <a16:creationId xmlns:a16="http://schemas.microsoft.com/office/drawing/2014/main" id="{08A29618-8DCD-44D4-B512-15485587B303}"/>
                  </a:ext>
                </a:extLst>
              </p:cNvPr>
              <p:cNvPicPr/>
              <p:nvPr/>
            </p:nvPicPr>
            <p:blipFill>
              <a:blip r:embed="rId9"/>
              <a:stretch>
                <a:fillRect/>
              </a:stretch>
            </p:blipFill>
            <p:spPr>
              <a:xfrm>
                <a:off x="5428080" y="2469240"/>
                <a:ext cx="44640" cy="4644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0" name="Ink 9">
                <a:extLst>
                  <a:ext uri="{FF2B5EF4-FFF2-40B4-BE49-F238E27FC236}">
                    <a16:creationId xmlns:a16="http://schemas.microsoft.com/office/drawing/2014/main" id="{338D8176-E4AC-4834-A446-E10401DFB2BE}"/>
                  </a:ext>
                </a:extLst>
              </p14:cNvPr>
              <p14:cNvContentPartPr/>
              <p14:nvPr/>
            </p14:nvContentPartPr>
            <p14:xfrm>
              <a:off x="6118200" y="2009880"/>
              <a:ext cx="50400" cy="9360"/>
            </p14:xfrm>
          </p:contentPart>
        </mc:Choice>
        <mc:Fallback xmlns="">
          <p:pic>
            <p:nvPicPr>
              <p:cNvPr id="10" name="Ink 9">
                <a:extLst>
                  <a:ext uri="{FF2B5EF4-FFF2-40B4-BE49-F238E27FC236}">
                    <a16:creationId xmlns:a16="http://schemas.microsoft.com/office/drawing/2014/main" id="{338D8176-E4AC-4834-A446-E10401DFB2BE}"/>
                  </a:ext>
                </a:extLst>
              </p:cNvPr>
              <p:cNvPicPr/>
              <p:nvPr/>
            </p:nvPicPr>
            <p:blipFill>
              <a:blip r:embed="rId11"/>
              <a:stretch>
                <a:fillRect/>
              </a:stretch>
            </p:blipFill>
            <p:spPr>
              <a:xfrm>
                <a:off x="6108840" y="2000520"/>
                <a:ext cx="69120" cy="28080"/>
              </a:xfrm>
              <a:prstGeom prst="rect">
                <a:avLst/>
              </a:prstGeom>
            </p:spPr>
          </p:pic>
        </mc:Fallback>
      </mc:AlternateContent>
    </p:spTree>
  </p:cSld>
  <p:clrMapOvr>
    <a:masterClrMapping/>
  </p:clrMapOvr>
  <p:transition spd="med" advTm="150395"/>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4" name="Shape 454"/>
          <p:cNvSpPr txBox="1">
            <a:spLocks noGrp="1"/>
          </p:cNvSpPr>
          <p:nvPr>
            <p:ph type="title"/>
          </p:nvPr>
        </p:nvSpPr>
        <p:spPr>
          <a:prstGeom prst="rect">
            <a:avLst/>
          </a:prstGeom>
        </p:spPr>
        <p:txBody>
          <a:bodyPr/>
          <a:lstStyle/>
          <a:p>
            <a:r>
              <a:t>Gradient descent</a:t>
            </a:r>
          </a:p>
        </p:txBody>
      </p:sp>
      <p:sp>
        <p:nvSpPr>
          <p:cNvPr id="455" name="Shape 455"/>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51</a:t>
            </a:fld>
            <a:endParaRPr/>
          </a:p>
        </p:txBody>
      </p:sp>
      <p:pic>
        <p:nvPicPr>
          <p:cNvPr id="456" name="pasted-image.png"/>
          <p:cNvPicPr>
            <a:picLocks noChangeAspect="1"/>
          </p:cNvPicPr>
          <p:nvPr/>
        </p:nvPicPr>
        <p:blipFill>
          <a:blip r:embed="rId2"/>
          <a:stretch>
            <a:fillRect/>
          </a:stretch>
        </p:blipFill>
        <p:spPr>
          <a:xfrm>
            <a:off x="1082448" y="1334670"/>
            <a:ext cx="6979104" cy="5148884"/>
          </a:xfrm>
          <a:prstGeom prst="rect">
            <a:avLst/>
          </a:prstGeom>
          <a:ln w="3175">
            <a:miter lim="400000"/>
          </a:ln>
        </p:spPr>
      </p:pic>
    </p:spTree>
  </p:cSld>
  <p:clrMapOvr>
    <a:masterClrMapping/>
  </p:clrMapOvr>
  <p:transition spd="med" advTm="134253"/>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8" name="Shape 458"/>
          <p:cNvSpPr txBox="1">
            <a:spLocks noGrp="1"/>
          </p:cNvSpPr>
          <p:nvPr>
            <p:ph type="title"/>
          </p:nvPr>
        </p:nvSpPr>
        <p:spPr>
          <a:prstGeom prst="rect">
            <a:avLst/>
          </a:prstGeom>
        </p:spPr>
        <p:txBody>
          <a:bodyPr/>
          <a:lstStyle/>
          <a:p>
            <a:r>
              <a:t>Gradient descent</a:t>
            </a:r>
          </a:p>
        </p:txBody>
      </p:sp>
      <p:sp>
        <p:nvSpPr>
          <p:cNvPr id="459" name="Shape 459"/>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52</a:t>
            </a:fld>
            <a:endParaRPr/>
          </a:p>
        </p:txBody>
      </p:sp>
      <p:pic>
        <p:nvPicPr>
          <p:cNvPr id="460" name="pasted-image.pdf"/>
          <p:cNvPicPr>
            <a:picLocks noChangeAspect="1"/>
          </p:cNvPicPr>
          <p:nvPr/>
        </p:nvPicPr>
        <p:blipFill>
          <a:blip r:embed="rId2"/>
          <a:stretch>
            <a:fillRect/>
          </a:stretch>
        </p:blipFill>
        <p:spPr>
          <a:xfrm>
            <a:off x="1082448" y="1334670"/>
            <a:ext cx="6979104" cy="5148884"/>
          </a:xfrm>
          <a:prstGeom prst="rect">
            <a:avLst/>
          </a:prstGeom>
          <a:ln w="3175">
            <a:miter lim="400000"/>
          </a:ln>
        </p:spPr>
      </p:pic>
      <p:sp>
        <p:nvSpPr>
          <p:cNvPr id="461" name="Shape 461"/>
          <p:cNvSpPr txBox="1"/>
          <p:nvPr/>
        </p:nvSpPr>
        <p:spPr>
          <a:xfrm>
            <a:off x="919956" y="6353492"/>
            <a:ext cx="7497141" cy="33308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p>
            <a:pPr>
              <a:defRPr>
                <a:solidFill>
                  <a:schemeClr val="accent2"/>
                </a:solidFill>
              </a:defRPr>
            </a:pPr>
            <a:r>
              <a:t>If </a:t>
            </a:r>
            <a:r>
              <a:rPr b="1">
                <a:latin typeface="+mn-lt"/>
                <a:ea typeface="+mn-ea"/>
                <a:cs typeface="+mn-cs"/>
                <a:sym typeface="Helvetica"/>
              </a:rPr>
              <a:t>x</a:t>
            </a:r>
            <a:r>
              <a:t> is multi-dimensional we follow the gradient, i.e., vector of partial derivatives</a:t>
            </a:r>
          </a:p>
        </p:txBody>
      </p:sp>
    </p:spTree>
  </p:cSld>
  <p:clrMapOvr>
    <a:masterClrMapping/>
  </p:clrMapOvr>
  <p:transition spd="med" advTm="33949"/>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3" name="Shape 463"/>
          <p:cNvSpPr txBox="1">
            <a:spLocks noGrp="1"/>
          </p:cNvSpPr>
          <p:nvPr>
            <p:ph type="title"/>
          </p:nvPr>
        </p:nvSpPr>
        <p:spPr>
          <a:prstGeom prst="rect">
            <a:avLst/>
          </a:prstGeom>
        </p:spPr>
        <p:txBody>
          <a:bodyPr/>
          <a:lstStyle/>
          <a:p>
            <a:r>
              <a:t>Gradient descent</a:t>
            </a:r>
          </a:p>
        </p:txBody>
      </p:sp>
      <p:sp>
        <p:nvSpPr>
          <p:cNvPr id="464" name="Shape 464"/>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53</a:t>
            </a:fld>
            <a:endParaRPr/>
          </a:p>
        </p:txBody>
      </p:sp>
      <p:pic>
        <p:nvPicPr>
          <p:cNvPr id="465" name="pasted-image.pdf"/>
          <p:cNvPicPr>
            <a:picLocks noChangeAspect="1"/>
          </p:cNvPicPr>
          <p:nvPr/>
        </p:nvPicPr>
        <p:blipFill>
          <a:blip r:embed="rId3"/>
          <a:stretch>
            <a:fillRect/>
          </a:stretch>
        </p:blipFill>
        <p:spPr>
          <a:xfrm>
            <a:off x="1082448" y="1334670"/>
            <a:ext cx="6979104" cy="5148884"/>
          </a:xfrm>
          <a:prstGeom prst="rect">
            <a:avLst/>
          </a:prstGeom>
          <a:ln w="3175">
            <a:miter lim="400000"/>
          </a:ln>
        </p:spPr>
      </p:pic>
      <p:sp>
        <p:nvSpPr>
          <p:cNvPr id="466" name="Shape 466"/>
          <p:cNvSpPr txBox="1"/>
          <p:nvPr/>
        </p:nvSpPr>
        <p:spPr>
          <a:xfrm>
            <a:off x="1173956" y="6353492"/>
            <a:ext cx="6882779" cy="33308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p>
            <a:pPr>
              <a:defRPr>
                <a:solidFill>
                  <a:schemeClr val="accent2"/>
                </a:solidFill>
              </a:defRPr>
            </a:pPr>
            <a:r>
              <a:t>See </a:t>
            </a:r>
            <a:r>
              <a:rPr u="sng">
                <a:solidFill>
                  <a:srgbClr val="0000FF"/>
                </a:solidFill>
                <a:uFill>
                  <a:solidFill>
                    <a:srgbClr val="0000FF"/>
                  </a:solidFill>
                </a:uFill>
                <a:hlinkClick r:id="rId4"/>
              </a:rPr>
              <a:t>http://www.deeplearningbook.org/contents/numerical.html</a:t>
            </a:r>
            <a:r>
              <a:t> page 83</a:t>
            </a:r>
          </a:p>
        </p:txBody>
      </p:sp>
    </p:spTree>
  </p:cSld>
  <p:clrMapOvr>
    <a:masterClrMapping/>
  </p:clrMapOvr>
  <p:transition spd="med" advTm="21302"/>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8" name="Shape 468"/>
          <p:cNvSpPr txBox="1">
            <a:spLocks noGrp="1"/>
          </p:cNvSpPr>
          <p:nvPr>
            <p:ph type="title"/>
          </p:nvPr>
        </p:nvSpPr>
        <p:spPr>
          <a:prstGeom prst="rect">
            <a:avLst/>
          </a:prstGeom>
        </p:spPr>
        <p:txBody>
          <a:bodyPr/>
          <a:lstStyle/>
          <a:p>
            <a:r>
              <a:t>Approximate optimisation</a:t>
            </a:r>
          </a:p>
        </p:txBody>
      </p:sp>
      <p:sp>
        <p:nvSpPr>
          <p:cNvPr id="469" name="Shape 469"/>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54</a:t>
            </a:fld>
            <a:endParaRPr/>
          </a:p>
        </p:txBody>
      </p:sp>
      <p:pic>
        <p:nvPicPr>
          <p:cNvPr id="470" name="pasted-image.png"/>
          <p:cNvPicPr>
            <a:picLocks noChangeAspect="1"/>
          </p:cNvPicPr>
          <p:nvPr/>
        </p:nvPicPr>
        <p:blipFill>
          <a:blip r:embed="rId2"/>
          <a:stretch>
            <a:fillRect/>
          </a:stretch>
        </p:blipFill>
        <p:spPr>
          <a:xfrm>
            <a:off x="913264" y="1688859"/>
            <a:ext cx="7317472" cy="3961966"/>
          </a:xfrm>
          <a:prstGeom prst="rect">
            <a:avLst/>
          </a:prstGeom>
          <a:ln w="3175">
            <a:miter lim="400000"/>
          </a:ln>
        </p:spPr>
      </p:pic>
      <p:sp>
        <p:nvSpPr>
          <p:cNvPr id="471" name="Shape 471"/>
          <p:cNvSpPr txBox="1"/>
          <p:nvPr/>
        </p:nvSpPr>
        <p:spPr>
          <a:xfrm>
            <a:off x="3843759" y="5783721"/>
            <a:ext cx="1456482" cy="43973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35718" tIns="35718" rIns="35718" bIns="35718" anchor="ctr">
            <a:spAutoFit/>
          </a:bodyPr>
          <a:lstStyle>
            <a:lvl1pPr algn="ctr" defTabSz="410765">
              <a:defRPr sz="2400">
                <a:latin typeface="+mn-lt"/>
                <a:ea typeface="+mn-ea"/>
                <a:cs typeface="+mn-cs"/>
                <a:sym typeface="Helvetica"/>
              </a:defRPr>
            </a:lvl1pPr>
          </a:lstStyle>
          <a:p>
            <a:r>
              <a:t>Figure 4.3</a:t>
            </a:r>
          </a:p>
        </p:txBody>
      </p:sp>
    </p:spTree>
  </p:cSld>
  <p:clrMapOvr>
    <a:masterClrMapping/>
  </p:clrMapOvr>
  <p:transition spd="med" advTm="44221"/>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3" name="Shape 473"/>
          <p:cNvSpPr txBox="1">
            <a:spLocks noGrp="1"/>
          </p:cNvSpPr>
          <p:nvPr>
            <p:ph type="title"/>
          </p:nvPr>
        </p:nvSpPr>
        <p:spPr>
          <a:prstGeom prst="rect">
            <a:avLst/>
          </a:prstGeom>
        </p:spPr>
        <p:txBody>
          <a:bodyPr/>
          <a:lstStyle/>
          <a:p>
            <a:r>
              <a:t>Critical points</a:t>
            </a:r>
          </a:p>
        </p:txBody>
      </p:sp>
      <p:sp>
        <p:nvSpPr>
          <p:cNvPr id="474" name="Shape 474"/>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55</a:t>
            </a:fld>
            <a:endParaRPr/>
          </a:p>
        </p:txBody>
      </p:sp>
      <p:pic>
        <p:nvPicPr>
          <p:cNvPr id="475" name="pasted-image.png"/>
          <p:cNvPicPr>
            <a:picLocks noChangeAspect="1"/>
          </p:cNvPicPr>
          <p:nvPr/>
        </p:nvPicPr>
        <p:blipFill>
          <a:blip r:embed="rId2"/>
          <a:stretch>
            <a:fillRect/>
          </a:stretch>
        </p:blipFill>
        <p:spPr>
          <a:xfrm>
            <a:off x="60330" y="2182907"/>
            <a:ext cx="9144001" cy="2464214"/>
          </a:xfrm>
          <a:prstGeom prst="rect">
            <a:avLst/>
          </a:prstGeom>
          <a:ln w="3175">
            <a:miter lim="400000"/>
          </a:ln>
        </p:spPr>
      </p:pic>
      <p:sp>
        <p:nvSpPr>
          <p:cNvPr id="476" name="Shape 476"/>
          <p:cNvSpPr txBox="1"/>
          <p:nvPr/>
        </p:nvSpPr>
        <p:spPr>
          <a:xfrm>
            <a:off x="3843759" y="4583912"/>
            <a:ext cx="1456482" cy="43973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35718" tIns="35718" rIns="35718" bIns="35718" anchor="ctr">
            <a:spAutoFit/>
          </a:bodyPr>
          <a:lstStyle>
            <a:lvl1pPr algn="ctr" defTabSz="410765">
              <a:defRPr sz="2400">
                <a:latin typeface="+mn-lt"/>
                <a:ea typeface="+mn-ea"/>
                <a:cs typeface="+mn-cs"/>
                <a:sym typeface="Helvetica"/>
              </a:defRPr>
            </a:lvl1pPr>
          </a:lstStyle>
          <a:p>
            <a:r>
              <a:t>Figure 4.2</a:t>
            </a:r>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D104B265-0C18-4185-91FD-CC5971F61D9E}"/>
                  </a:ext>
                </a:extLst>
              </p14:cNvPr>
              <p14:cNvContentPartPr/>
              <p14:nvPr/>
            </p14:nvContentPartPr>
            <p14:xfrm>
              <a:off x="5814000" y="1327680"/>
              <a:ext cx="1449360" cy="671040"/>
            </p14:xfrm>
          </p:contentPart>
        </mc:Choice>
        <mc:Fallback xmlns="">
          <p:pic>
            <p:nvPicPr>
              <p:cNvPr id="2" name="Ink 1">
                <a:extLst>
                  <a:ext uri="{FF2B5EF4-FFF2-40B4-BE49-F238E27FC236}">
                    <a16:creationId xmlns:a16="http://schemas.microsoft.com/office/drawing/2014/main" id="{D104B265-0C18-4185-91FD-CC5971F61D9E}"/>
                  </a:ext>
                </a:extLst>
              </p:cNvPr>
              <p:cNvPicPr/>
              <p:nvPr/>
            </p:nvPicPr>
            <p:blipFill>
              <a:blip r:embed="rId6"/>
              <a:stretch>
                <a:fillRect/>
              </a:stretch>
            </p:blipFill>
            <p:spPr>
              <a:xfrm>
                <a:off x="5804640" y="1318320"/>
                <a:ext cx="1468080" cy="689760"/>
              </a:xfrm>
              <a:prstGeom prst="rect">
                <a:avLst/>
              </a:prstGeom>
            </p:spPr>
          </p:pic>
        </mc:Fallback>
      </mc:AlternateContent>
    </p:spTree>
  </p:cSld>
  <p:clrMapOvr>
    <a:masterClrMapping/>
  </p:clrMapOvr>
  <p:transition spd="med" advTm="40568"/>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8" name="Shape 478"/>
          <p:cNvSpPr txBox="1">
            <a:spLocks noGrp="1"/>
          </p:cNvSpPr>
          <p:nvPr>
            <p:ph type="body" idx="1"/>
          </p:nvPr>
        </p:nvSpPr>
        <p:spPr>
          <a:prstGeom prst="rect">
            <a:avLst/>
          </a:prstGeom>
        </p:spPr>
        <p:txBody>
          <a:bodyPr/>
          <a:lstStyle/>
          <a:p>
            <a:r>
              <a:t>Pure math way of life:</a:t>
            </a:r>
          </a:p>
          <a:p>
            <a:pPr lvl="1"/>
            <a:r>
              <a:t>Find literally the smallest value of </a:t>
            </a:r>
            <a:r>
              <a:rPr i="1">
                <a:latin typeface="+mn-lt"/>
                <a:ea typeface="+mn-ea"/>
                <a:cs typeface="+mn-cs"/>
                <a:sym typeface="Helvetica"/>
              </a:rPr>
              <a:t>f(x)</a:t>
            </a:r>
          </a:p>
          <a:p>
            <a:pPr lvl="1"/>
            <a:r>
              <a:t>Or maybe: find some critical point of </a:t>
            </a:r>
            <a:r>
              <a:rPr i="1">
                <a:latin typeface="+mn-lt"/>
                <a:ea typeface="+mn-ea"/>
                <a:cs typeface="+mn-cs"/>
                <a:sym typeface="Helvetica"/>
              </a:rPr>
              <a:t>f(x)</a:t>
            </a:r>
            <a:r>
              <a:t> where the value is locally smallest</a:t>
            </a:r>
          </a:p>
          <a:p>
            <a:r>
              <a:t>Deep learning way of life:</a:t>
            </a:r>
          </a:p>
          <a:p>
            <a:pPr lvl="1"/>
            <a:r>
              <a:t>Decrease the value of </a:t>
            </a:r>
            <a:r>
              <a:rPr i="1">
                <a:latin typeface="+mn-lt"/>
                <a:ea typeface="+mn-ea"/>
                <a:cs typeface="+mn-cs"/>
                <a:sym typeface="Helvetica"/>
              </a:rPr>
              <a:t>f(x)</a:t>
            </a:r>
            <a:r>
              <a:t> a lot</a:t>
            </a:r>
          </a:p>
        </p:txBody>
      </p:sp>
      <p:sp>
        <p:nvSpPr>
          <p:cNvPr id="479" name="Shape 479"/>
          <p:cNvSpPr txBox="1">
            <a:spLocks noGrp="1"/>
          </p:cNvSpPr>
          <p:nvPr>
            <p:ph type="title"/>
          </p:nvPr>
        </p:nvSpPr>
        <p:spPr>
          <a:prstGeom prst="rect">
            <a:avLst/>
          </a:prstGeom>
        </p:spPr>
        <p:txBody>
          <a:bodyPr/>
          <a:lstStyle/>
          <a:p>
            <a:r>
              <a:t>Optimising in deep learning</a:t>
            </a:r>
          </a:p>
        </p:txBody>
      </p:sp>
      <p:sp>
        <p:nvSpPr>
          <p:cNvPr id="480" name="Shape 480"/>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56</a:t>
            </a:fld>
            <a:endParaRPr/>
          </a:p>
        </p:txBody>
      </p:sp>
    </p:spTree>
  </p:cSld>
  <p:clrMapOvr>
    <a:masterClrMapping/>
  </p:clrMapOvr>
  <p:transition spd="med" advTm="58553"/>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2" name="Shape 482"/>
          <p:cNvSpPr txBox="1">
            <a:spLocks noGrp="1"/>
          </p:cNvSpPr>
          <p:nvPr>
            <p:ph type="title"/>
          </p:nvPr>
        </p:nvSpPr>
        <p:spPr>
          <a:prstGeom prst="rect">
            <a:avLst/>
          </a:prstGeom>
        </p:spPr>
        <p:txBody>
          <a:bodyPr/>
          <a:lstStyle/>
          <a:p>
            <a:r>
              <a:t>Curvature</a:t>
            </a:r>
          </a:p>
        </p:txBody>
      </p:sp>
      <p:sp>
        <p:nvSpPr>
          <p:cNvPr id="483" name="Shape 483"/>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57</a:t>
            </a:fld>
            <a:endParaRPr/>
          </a:p>
        </p:txBody>
      </p:sp>
      <p:pic>
        <p:nvPicPr>
          <p:cNvPr id="484" name="pasted-image.png"/>
          <p:cNvPicPr>
            <a:picLocks noChangeAspect="1"/>
          </p:cNvPicPr>
          <p:nvPr/>
        </p:nvPicPr>
        <p:blipFill>
          <a:blip r:embed="rId2"/>
          <a:stretch>
            <a:fillRect/>
          </a:stretch>
        </p:blipFill>
        <p:spPr>
          <a:xfrm>
            <a:off x="244829" y="1586273"/>
            <a:ext cx="7638342" cy="4383553"/>
          </a:xfrm>
          <a:prstGeom prst="rect">
            <a:avLst/>
          </a:prstGeom>
          <a:ln w="3175">
            <a:miter lim="400000"/>
          </a:ln>
        </p:spPr>
      </p:pic>
      <p:sp>
        <p:nvSpPr>
          <p:cNvPr id="485" name="Shape 485"/>
          <p:cNvSpPr txBox="1"/>
          <p:nvPr/>
        </p:nvSpPr>
        <p:spPr>
          <a:xfrm>
            <a:off x="3843759" y="5783721"/>
            <a:ext cx="1456482" cy="43973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35718" tIns="35718" rIns="35718" bIns="35718" anchor="ctr">
            <a:spAutoFit/>
          </a:bodyPr>
          <a:lstStyle>
            <a:lvl1pPr algn="ctr" defTabSz="410765">
              <a:defRPr sz="2400">
                <a:latin typeface="+mn-lt"/>
                <a:ea typeface="+mn-ea"/>
                <a:cs typeface="+mn-cs"/>
                <a:sym typeface="Helvetica"/>
              </a:defRPr>
            </a:lvl1pPr>
          </a:lstStyle>
          <a:p>
            <a:r>
              <a:t>Figure 4.4</a:t>
            </a:r>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0DFA2DBD-0387-44DD-A2F3-45BD1E5B9026}"/>
                  </a:ext>
                </a:extLst>
              </p14:cNvPr>
              <p14:cNvContentPartPr/>
              <p14:nvPr/>
            </p14:nvContentPartPr>
            <p14:xfrm>
              <a:off x="1419120" y="2521080"/>
              <a:ext cx="3672000" cy="1117440"/>
            </p14:xfrm>
          </p:contentPart>
        </mc:Choice>
        <mc:Fallback xmlns="">
          <p:pic>
            <p:nvPicPr>
              <p:cNvPr id="2" name="Ink 1">
                <a:extLst>
                  <a:ext uri="{FF2B5EF4-FFF2-40B4-BE49-F238E27FC236}">
                    <a16:creationId xmlns:a16="http://schemas.microsoft.com/office/drawing/2014/main" id="{0DFA2DBD-0387-44DD-A2F3-45BD1E5B9026}"/>
                  </a:ext>
                </a:extLst>
              </p:cNvPr>
              <p:cNvPicPr/>
              <p:nvPr/>
            </p:nvPicPr>
            <p:blipFill>
              <a:blip r:embed="rId6"/>
              <a:stretch>
                <a:fillRect/>
              </a:stretch>
            </p:blipFill>
            <p:spPr>
              <a:xfrm>
                <a:off x="1409760" y="2511720"/>
                <a:ext cx="3690720" cy="1136160"/>
              </a:xfrm>
              <a:prstGeom prst="rect">
                <a:avLst/>
              </a:prstGeom>
            </p:spPr>
          </p:pic>
        </mc:Fallback>
      </mc:AlternateContent>
    </p:spTree>
  </p:cSld>
  <p:clrMapOvr>
    <a:masterClrMapping/>
  </p:clrMapOvr>
  <p:transition spd="med" advTm="84781"/>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7" name="Shape 487"/>
          <p:cNvSpPr txBox="1">
            <a:spLocks noGrp="1"/>
          </p:cNvSpPr>
          <p:nvPr>
            <p:ph type="body" idx="1"/>
          </p:nvPr>
        </p:nvSpPr>
        <p:spPr>
          <a:prstGeom prst="rect">
            <a:avLst/>
          </a:prstGeom>
        </p:spPr>
        <p:txBody>
          <a:bodyPr/>
          <a:lstStyle/>
          <a:p>
            <a:r>
              <a:t>Second order derivatives</a:t>
            </a:r>
          </a:p>
          <a:p>
            <a:endParaRPr/>
          </a:p>
          <a:p>
            <a:endParaRPr/>
          </a:p>
          <a:p>
            <a:r>
              <a:t>Hessian</a:t>
            </a:r>
          </a:p>
        </p:txBody>
      </p:sp>
      <p:sp>
        <p:nvSpPr>
          <p:cNvPr id="488" name="Shape 488"/>
          <p:cNvSpPr txBox="1">
            <a:spLocks noGrp="1"/>
          </p:cNvSpPr>
          <p:nvPr>
            <p:ph type="title"/>
          </p:nvPr>
        </p:nvSpPr>
        <p:spPr>
          <a:prstGeom prst="rect">
            <a:avLst/>
          </a:prstGeom>
        </p:spPr>
        <p:txBody>
          <a:bodyPr/>
          <a:lstStyle/>
          <a:p>
            <a:r>
              <a:t>Second order derivatives</a:t>
            </a:r>
          </a:p>
        </p:txBody>
      </p:sp>
      <p:sp>
        <p:nvSpPr>
          <p:cNvPr id="489" name="Shape 489"/>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58</a:t>
            </a:fld>
            <a:endParaRPr/>
          </a:p>
        </p:txBody>
      </p:sp>
      <p:pic>
        <p:nvPicPr>
          <p:cNvPr id="490" name="Screen Shot 2019-02-27 at 18.44.35.png"/>
          <p:cNvPicPr>
            <a:picLocks noChangeAspect="1"/>
          </p:cNvPicPr>
          <p:nvPr/>
        </p:nvPicPr>
        <p:blipFill>
          <a:blip r:embed="rId2"/>
          <a:stretch>
            <a:fillRect/>
          </a:stretch>
        </p:blipFill>
        <p:spPr>
          <a:xfrm>
            <a:off x="2258607" y="3677230"/>
            <a:ext cx="4626786" cy="1103740"/>
          </a:xfrm>
          <a:prstGeom prst="rect">
            <a:avLst/>
          </a:prstGeom>
          <a:ln w="12700">
            <a:miter lim="400000"/>
          </a:ln>
        </p:spPr>
      </p:pic>
      <p:pic>
        <p:nvPicPr>
          <p:cNvPr id="491" name="Screen Shot 2019-02-27 at 18.44.52.png"/>
          <p:cNvPicPr>
            <a:picLocks noChangeAspect="1"/>
          </p:cNvPicPr>
          <p:nvPr/>
        </p:nvPicPr>
        <p:blipFill>
          <a:blip r:embed="rId3"/>
          <a:stretch>
            <a:fillRect/>
          </a:stretch>
        </p:blipFill>
        <p:spPr>
          <a:xfrm>
            <a:off x="4026303" y="2389482"/>
            <a:ext cx="1091394" cy="865130"/>
          </a:xfrm>
          <a:prstGeom prst="rect">
            <a:avLst/>
          </a:prstGeom>
          <a:ln w="12700">
            <a:miter lim="400000"/>
          </a:ln>
        </p:spPr>
      </p:pic>
    </p:spTree>
  </p:cSld>
  <p:clrMapOvr>
    <a:masterClrMapping/>
  </p:clrMapOvr>
  <p:transition spd="med" advTm="122957"/>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3" name="Shape 493"/>
          <p:cNvSpPr txBox="1">
            <a:spLocks noGrp="1"/>
          </p:cNvSpPr>
          <p:nvPr>
            <p:ph type="body" idx="1"/>
          </p:nvPr>
        </p:nvSpPr>
        <p:spPr>
          <a:prstGeom prst="rect">
            <a:avLst/>
          </a:prstGeom>
        </p:spPr>
        <p:txBody>
          <a:bodyPr/>
          <a:lstStyle/>
          <a:p>
            <a:r>
              <a:t>Second order derivatives</a:t>
            </a:r>
          </a:p>
          <a:p>
            <a:endParaRPr/>
          </a:p>
          <a:p>
            <a:endParaRPr/>
          </a:p>
          <a:p>
            <a:r>
              <a:t>Hessian</a:t>
            </a:r>
          </a:p>
        </p:txBody>
      </p:sp>
      <p:sp>
        <p:nvSpPr>
          <p:cNvPr id="494" name="Shape 494"/>
          <p:cNvSpPr txBox="1">
            <a:spLocks noGrp="1"/>
          </p:cNvSpPr>
          <p:nvPr>
            <p:ph type="title"/>
          </p:nvPr>
        </p:nvSpPr>
        <p:spPr>
          <a:prstGeom prst="rect">
            <a:avLst/>
          </a:prstGeom>
        </p:spPr>
        <p:txBody>
          <a:bodyPr/>
          <a:lstStyle/>
          <a:p>
            <a:r>
              <a:t>Second order derivatives</a:t>
            </a:r>
          </a:p>
        </p:txBody>
      </p:sp>
      <p:sp>
        <p:nvSpPr>
          <p:cNvPr id="495" name="Shape 495"/>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59</a:t>
            </a:fld>
            <a:endParaRPr/>
          </a:p>
        </p:txBody>
      </p:sp>
      <p:pic>
        <p:nvPicPr>
          <p:cNvPr id="496" name="Screen Shot 2019-02-27 at 18.44.35.png"/>
          <p:cNvPicPr>
            <a:picLocks noChangeAspect="1"/>
          </p:cNvPicPr>
          <p:nvPr/>
        </p:nvPicPr>
        <p:blipFill>
          <a:blip r:embed="rId2"/>
          <a:stretch>
            <a:fillRect/>
          </a:stretch>
        </p:blipFill>
        <p:spPr>
          <a:xfrm>
            <a:off x="2258607" y="3677230"/>
            <a:ext cx="4626786" cy="1103740"/>
          </a:xfrm>
          <a:prstGeom prst="rect">
            <a:avLst/>
          </a:prstGeom>
          <a:ln w="12700">
            <a:miter lim="400000"/>
          </a:ln>
        </p:spPr>
      </p:pic>
      <p:pic>
        <p:nvPicPr>
          <p:cNvPr id="497" name="Screen Shot 2019-02-27 at 18.44.52.png"/>
          <p:cNvPicPr>
            <a:picLocks noChangeAspect="1"/>
          </p:cNvPicPr>
          <p:nvPr/>
        </p:nvPicPr>
        <p:blipFill>
          <a:blip r:embed="rId3"/>
          <a:stretch>
            <a:fillRect/>
          </a:stretch>
        </p:blipFill>
        <p:spPr>
          <a:xfrm>
            <a:off x="4026303" y="2389482"/>
            <a:ext cx="1091394" cy="865130"/>
          </a:xfrm>
          <a:prstGeom prst="rect">
            <a:avLst/>
          </a:prstGeom>
          <a:ln w="12700">
            <a:miter lim="400000"/>
          </a:ln>
        </p:spPr>
      </p:pic>
      <p:sp>
        <p:nvSpPr>
          <p:cNvPr id="498" name="Shape 498"/>
          <p:cNvSpPr txBox="1"/>
          <p:nvPr/>
        </p:nvSpPr>
        <p:spPr>
          <a:xfrm>
            <a:off x="871650" y="5009035"/>
            <a:ext cx="7400700" cy="62518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p>
            <a:pPr algn="ctr">
              <a:defRPr>
                <a:solidFill>
                  <a:schemeClr val="accent2"/>
                </a:solidFill>
              </a:defRPr>
            </a:pPr>
            <a:r>
              <a:t>In deep learning usually </a:t>
            </a:r>
            <a:r>
              <a:rPr b="1">
                <a:latin typeface="+mn-lt"/>
                <a:ea typeface="+mn-ea"/>
                <a:cs typeface="+mn-cs"/>
                <a:sym typeface="Helvetica"/>
              </a:rPr>
              <a:t>H </a:t>
            </a:r>
            <a:r>
              <a:t>is a symmetric real-valued matrix,</a:t>
            </a:r>
          </a:p>
          <a:p>
            <a:pPr algn="ctr">
              <a:defRPr>
                <a:solidFill>
                  <a:schemeClr val="accent2"/>
                </a:solidFill>
              </a:defRPr>
            </a:pPr>
            <a:r>
              <a:t>thus it can be decomposed in a set of eigenvalues and orthogonal eigenvectors</a:t>
            </a:r>
          </a:p>
        </p:txBody>
      </p:sp>
    </p:spTree>
  </p:cSld>
  <p:clrMapOvr>
    <a:masterClrMapping/>
  </p:clrMapOvr>
  <p:transition spd="med" advTm="15394"/>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0" name="Shape 500"/>
          <p:cNvSpPr txBox="1">
            <a:spLocks noGrp="1"/>
          </p:cNvSpPr>
          <p:nvPr>
            <p:ph type="title"/>
          </p:nvPr>
        </p:nvSpPr>
        <p:spPr>
          <a:prstGeom prst="rect">
            <a:avLst/>
          </a:prstGeom>
        </p:spPr>
        <p:txBody>
          <a:bodyPr/>
          <a:lstStyle/>
          <a:p>
            <a:r>
              <a:t>Optimal step size using Taylor series</a:t>
            </a:r>
          </a:p>
        </p:txBody>
      </p:sp>
      <p:sp>
        <p:nvSpPr>
          <p:cNvPr id="501" name="Shape 501"/>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60</a:t>
            </a:fld>
            <a:endParaRPr/>
          </a:p>
        </p:txBody>
      </p:sp>
      <p:pic>
        <p:nvPicPr>
          <p:cNvPr id="502" name="pasted-image.png"/>
          <p:cNvPicPr>
            <a:picLocks noChangeAspect="1"/>
          </p:cNvPicPr>
          <p:nvPr/>
        </p:nvPicPr>
        <p:blipFill>
          <a:blip r:embed="rId2"/>
          <a:srcRect r="30383"/>
          <a:stretch>
            <a:fillRect/>
          </a:stretch>
        </p:blipFill>
        <p:spPr>
          <a:xfrm>
            <a:off x="1700410" y="2992962"/>
            <a:ext cx="5743369" cy="753442"/>
          </a:xfrm>
          <a:prstGeom prst="rect">
            <a:avLst/>
          </a:prstGeom>
          <a:ln w="3175">
            <a:miter lim="400000"/>
          </a:ln>
        </p:spPr>
      </p:pic>
      <p:pic>
        <p:nvPicPr>
          <p:cNvPr id="503" name="Screen Shot 2019-02-27 at 18.48.09.png"/>
          <p:cNvPicPr>
            <a:picLocks noChangeAspect="1"/>
          </p:cNvPicPr>
          <p:nvPr/>
        </p:nvPicPr>
        <p:blipFill>
          <a:blip r:embed="rId3"/>
          <a:stretch>
            <a:fillRect/>
          </a:stretch>
        </p:blipFill>
        <p:spPr>
          <a:xfrm>
            <a:off x="1237194" y="1987458"/>
            <a:ext cx="7330012" cy="670670"/>
          </a:xfrm>
          <a:prstGeom prst="rect">
            <a:avLst/>
          </a:prstGeom>
          <a:ln w="12700">
            <a:miter lim="400000"/>
          </a:ln>
        </p:spPr>
      </p:pic>
    </p:spTree>
  </p:cSld>
  <p:clrMapOvr>
    <a:masterClrMapping/>
  </p:clrMapOvr>
  <p:transition spd="med" advTm="17585"/>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5" name="Shape 505"/>
          <p:cNvSpPr txBox="1">
            <a:spLocks noGrp="1"/>
          </p:cNvSpPr>
          <p:nvPr>
            <p:ph type="title"/>
          </p:nvPr>
        </p:nvSpPr>
        <p:spPr>
          <a:prstGeom prst="rect">
            <a:avLst/>
          </a:prstGeom>
        </p:spPr>
        <p:txBody>
          <a:bodyPr/>
          <a:lstStyle/>
          <a:p>
            <a:r>
              <a:t>Optimal step size using Taylor series</a:t>
            </a:r>
          </a:p>
        </p:txBody>
      </p:sp>
      <p:sp>
        <p:nvSpPr>
          <p:cNvPr id="506" name="Shape 506"/>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61</a:t>
            </a:fld>
            <a:endParaRPr/>
          </a:p>
        </p:txBody>
      </p:sp>
      <p:pic>
        <p:nvPicPr>
          <p:cNvPr id="507" name="pasted-image.pdf"/>
          <p:cNvPicPr>
            <a:picLocks noChangeAspect="1"/>
          </p:cNvPicPr>
          <p:nvPr/>
        </p:nvPicPr>
        <p:blipFill>
          <a:blip r:embed="rId2"/>
          <a:srcRect r="30383"/>
          <a:stretch>
            <a:fillRect/>
          </a:stretch>
        </p:blipFill>
        <p:spPr>
          <a:xfrm>
            <a:off x="1700410" y="2992962"/>
            <a:ext cx="5743369" cy="753442"/>
          </a:xfrm>
          <a:prstGeom prst="rect">
            <a:avLst/>
          </a:prstGeom>
          <a:ln w="3175">
            <a:miter lim="400000"/>
          </a:ln>
        </p:spPr>
      </p:pic>
      <p:pic>
        <p:nvPicPr>
          <p:cNvPr id="508" name="Screen Shot 2019-02-27 at 18.48.09.png"/>
          <p:cNvPicPr>
            <a:picLocks noChangeAspect="1"/>
          </p:cNvPicPr>
          <p:nvPr/>
        </p:nvPicPr>
        <p:blipFill>
          <a:blip r:embed="rId3"/>
          <a:stretch>
            <a:fillRect/>
          </a:stretch>
        </p:blipFill>
        <p:spPr>
          <a:xfrm>
            <a:off x="1237194" y="1987458"/>
            <a:ext cx="7330012" cy="670670"/>
          </a:xfrm>
          <a:prstGeom prst="rect">
            <a:avLst/>
          </a:prstGeom>
          <a:ln w="12700">
            <a:miter lim="400000"/>
          </a:ln>
        </p:spPr>
      </p:pic>
      <p:sp>
        <p:nvSpPr>
          <p:cNvPr id="509" name="Shape 509"/>
          <p:cNvSpPr txBox="1"/>
          <p:nvPr/>
        </p:nvSpPr>
        <p:spPr>
          <a:xfrm>
            <a:off x="1000969" y="4918719"/>
            <a:ext cx="7802462" cy="31308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5718" tIns="35718" rIns="35718" bIns="35718" anchor="ctr">
            <a:spAutoFit/>
          </a:bodyPr>
          <a:lstStyle>
            <a:lvl1pPr algn="ctr" defTabSz="410765">
              <a:defRPr>
                <a:solidFill>
                  <a:srgbClr val="C82506"/>
                </a:solidFill>
              </a:defRPr>
            </a:lvl1pPr>
          </a:lstStyle>
          <a:p>
            <a:r>
              <a:t>Second order Taylor series approximation of f(x) around x(0)</a:t>
            </a:r>
          </a:p>
        </p:txBody>
      </p:sp>
      <p:sp>
        <p:nvSpPr>
          <p:cNvPr id="510" name="Shape 510"/>
          <p:cNvSpPr/>
          <p:nvPr/>
        </p:nvSpPr>
        <p:spPr>
          <a:xfrm>
            <a:off x="1005731" y="2020577"/>
            <a:ext cx="7792937" cy="743744"/>
          </a:xfrm>
          <a:prstGeom prst="rect">
            <a:avLst/>
          </a:prstGeom>
          <a:solidFill>
            <a:srgbClr val="FF0000">
              <a:alpha val="10000"/>
            </a:srgbClr>
          </a:solidFill>
          <a:ln>
            <a:solidFill>
              <a:srgbClr val="FF0000"/>
            </a:solidFill>
            <a:bevel/>
          </a:ln>
        </p:spPr>
        <p:txBody>
          <a:bodyPr lIns="45719" rIns="45719" anchor="ctr"/>
          <a:lstStyle/>
          <a:p>
            <a:pPr algn="ctr">
              <a:defRPr>
                <a:solidFill>
                  <a:srgbClr val="FFFFFF"/>
                </a:solidFill>
              </a:defRPr>
            </a:pPr>
            <a:endParaRPr/>
          </a:p>
        </p:txBody>
      </p:sp>
    </p:spTree>
  </p:cSld>
  <p:clrMapOvr>
    <a:masterClrMapping/>
  </p:clrMapOvr>
  <p:transition spd="med" advTm="15341"/>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 name="Shape 512"/>
          <p:cNvSpPr txBox="1">
            <a:spLocks noGrp="1"/>
          </p:cNvSpPr>
          <p:nvPr>
            <p:ph type="title"/>
          </p:nvPr>
        </p:nvSpPr>
        <p:spPr>
          <a:prstGeom prst="rect">
            <a:avLst/>
          </a:prstGeom>
        </p:spPr>
        <p:txBody>
          <a:bodyPr/>
          <a:lstStyle/>
          <a:p>
            <a:r>
              <a:t>Optimal step size using Taylor series</a:t>
            </a:r>
          </a:p>
        </p:txBody>
      </p:sp>
      <p:sp>
        <p:nvSpPr>
          <p:cNvPr id="513" name="Shape 513"/>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62</a:t>
            </a:fld>
            <a:endParaRPr/>
          </a:p>
        </p:txBody>
      </p:sp>
      <p:pic>
        <p:nvPicPr>
          <p:cNvPr id="514" name="pasted-image.pdf"/>
          <p:cNvPicPr>
            <a:picLocks noChangeAspect="1"/>
          </p:cNvPicPr>
          <p:nvPr/>
        </p:nvPicPr>
        <p:blipFill>
          <a:blip r:embed="rId2"/>
          <a:srcRect r="30383"/>
          <a:stretch>
            <a:fillRect/>
          </a:stretch>
        </p:blipFill>
        <p:spPr>
          <a:xfrm>
            <a:off x="1700410" y="2992962"/>
            <a:ext cx="5743369" cy="753442"/>
          </a:xfrm>
          <a:prstGeom prst="rect">
            <a:avLst/>
          </a:prstGeom>
          <a:ln w="3175">
            <a:miter lim="400000"/>
          </a:ln>
        </p:spPr>
      </p:pic>
      <p:pic>
        <p:nvPicPr>
          <p:cNvPr id="515" name="Screen Shot 2019-02-27 at 18.48.09.png"/>
          <p:cNvPicPr>
            <a:picLocks noChangeAspect="1"/>
          </p:cNvPicPr>
          <p:nvPr/>
        </p:nvPicPr>
        <p:blipFill>
          <a:blip r:embed="rId3"/>
          <a:stretch>
            <a:fillRect/>
          </a:stretch>
        </p:blipFill>
        <p:spPr>
          <a:xfrm>
            <a:off x="1237194" y="1987458"/>
            <a:ext cx="7330012" cy="670670"/>
          </a:xfrm>
          <a:prstGeom prst="rect">
            <a:avLst/>
          </a:prstGeom>
          <a:ln w="12700">
            <a:miter lim="400000"/>
          </a:ln>
        </p:spPr>
      </p:pic>
      <p:sp>
        <p:nvSpPr>
          <p:cNvPr id="516" name="Shape 516"/>
          <p:cNvSpPr txBox="1"/>
          <p:nvPr/>
        </p:nvSpPr>
        <p:spPr>
          <a:xfrm>
            <a:off x="1000969" y="4918719"/>
            <a:ext cx="7802462" cy="31308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5718" tIns="35718" rIns="35718" bIns="35718" anchor="ctr">
            <a:spAutoFit/>
          </a:bodyPr>
          <a:lstStyle>
            <a:lvl1pPr algn="ctr" defTabSz="410765">
              <a:defRPr>
                <a:solidFill>
                  <a:srgbClr val="C82506"/>
                </a:solidFill>
              </a:defRPr>
            </a:lvl1pPr>
          </a:lstStyle>
          <a:p>
            <a:r>
              <a:t>Value of the function after gradient descent step</a:t>
            </a:r>
          </a:p>
        </p:txBody>
      </p:sp>
      <p:sp>
        <p:nvSpPr>
          <p:cNvPr id="517" name="Shape 517"/>
          <p:cNvSpPr/>
          <p:nvPr/>
        </p:nvSpPr>
        <p:spPr>
          <a:xfrm>
            <a:off x="1792051" y="2997724"/>
            <a:ext cx="5824251" cy="743745"/>
          </a:xfrm>
          <a:prstGeom prst="rect">
            <a:avLst/>
          </a:prstGeom>
          <a:solidFill>
            <a:srgbClr val="FF0000">
              <a:alpha val="10000"/>
            </a:srgbClr>
          </a:solidFill>
          <a:ln>
            <a:solidFill>
              <a:srgbClr val="FF0000"/>
            </a:solidFill>
            <a:bevel/>
          </a:ln>
        </p:spPr>
        <p:txBody>
          <a:bodyPr lIns="45719" rIns="45719" anchor="ctr"/>
          <a:lstStyle/>
          <a:p>
            <a:pPr algn="ctr">
              <a:defRPr>
                <a:solidFill>
                  <a:srgbClr val="FFFFFF"/>
                </a:solidFill>
              </a:defRPr>
            </a:pPr>
            <a:endParaRPr/>
          </a:p>
        </p:txBody>
      </p:sp>
      <mc:AlternateContent xmlns:mc="http://schemas.openxmlformats.org/markup-compatibility/2006" xmlns:p14="http://schemas.microsoft.com/office/powerpoint/2010/main">
        <mc:Choice Requires="p14">
          <p:contentPart p14:bwMode="auto" r:id="rId4">
            <p14:nvContentPartPr>
              <p14:cNvPr id="4" name="Ink 3">
                <a:extLst>
                  <a:ext uri="{FF2B5EF4-FFF2-40B4-BE49-F238E27FC236}">
                    <a16:creationId xmlns:a16="http://schemas.microsoft.com/office/drawing/2014/main" id="{589B65ED-9B3B-47A0-A5C3-D4B56966BFD6}"/>
                  </a:ext>
                </a:extLst>
              </p14:cNvPr>
              <p14:cNvContentPartPr/>
              <p14:nvPr/>
            </p14:nvContentPartPr>
            <p14:xfrm>
              <a:off x="8754480" y="3682080"/>
              <a:ext cx="360" cy="360"/>
            </p14:xfrm>
          </p:contentPart>
        </mc:Choice>
        <mc:Fallback xmlns="">
          <p:pic>
            <p:nvPicPr>
              <p:cNvPr id="4" name="Ink 3">
                <a:extLst>
                  <a:ext uri="{FF2B5EF4-FFF2-40B4-BE49-F238E27FC236}">
                    <a16:creationId xmlns:a16="http://schemas.microsoft.com/office/drawing/2014/main" id="{589B65ED-9B3B-47A0-A5C3-D4B56966BFD6}"/>
                  </a:ext>
                </a:extLst>
              </p:cNvPr>
              <p:cNvPicPr/>
              <p:nvPr/>
            </p:nvPicPr>
            <p:blipFill>
              <a:blip r:embed="rId7"/>
              <a:stretch>
                <a:fillRect/>
              </a:stretch>
            </p:blipFill>
            <p:spPr>
              <a:xfrm>
                <a:off x="8745120" y="3672720"/>
                <a:ext cx="19080" cy="19080"/>
              </a:xfrm>
              <a:prstGeom prst="rect">
                <a:avLst/>
              </a:prstGeom>
            </p:spPr>
          </p:pic>
        </mc:Fallback>
      </mc:AlternateContent>
    </p:spTree>
  </p:cSld>
  <p:clrMapOvr>
    <a:masterClrMapping/>
  </p:clrMapOvr>
  <p:transition spd="med" advTm="166671"/>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9" name="Shape 519"/>
          <p:cNvSpPr txBox="1">
            <a:spLocks noGrp="1"/>
          </p:cNvSpPr>
          <p:nvPr>
            <p:ph type="title"/>
          </p:nvPr>
        </p:nvSpPr>
        <p:spPr>
          <a:prstGeom prst="rect">
            <a:avLst/>
          </a:prstGeom>
        </p:spPr>
        <p:txBody>
          <a:bodyPr/>
          <a:lstStyle/>
          <a:p>
            <a:r>
              <a:t>Optimal step size using Taylor series</a:t>
            </a:r>
          </a:p>
        </p:txBody>
      </p:sp>
      <p:sp>
        <p:nvSpPr>
          <p:cNvPr id="520" name="Shape 520"/>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63</a:t>
            </a:fld>
            <a:endParaRPr/>
          </a:p>
        </p:txBody>
      </p:sp>
      <p:pic>
        <p:nvPicPr>
          <p:cNvPr id="521" name="pasted-image.pdf"/>
          <p:cNvPicPr>
            <a:picLocks noChangeAspect="1"/>
          </p:cNvPicPr>
          <p:nvPr/>
        </p:nvPicPr>
        <p:blipFill>
          <a:blip r:embed="rId2"/>
          <a:srcRect r="30383"/>
          <a:stretch>
            <a:fillRect/>
          </a:stretch>
        </p:blipFill>
        <p:spPr>
          <a:xfrm>
            <a:off x="1700410" y="2992962"/>
            <a:ext cx="5743369" cy="753442"/>
          </a:xfrm>
          <a:prstGeom prst="rect">
            <a:avLst/>
          </a:prstGeom>
          <a:ln w="3175">
            <a:miter lim="400000"/>
          </a:ln>
        </p:spPr>
      </p:pic>
      <p:pic>
        <p:nvPicPr>
          <p:cNvPr id="522" name="Screen Shot 2019-02-27 at 18.48.09.png"/>
          <p:cNvPicPr>
            <a:picLocks noChangeAspect="1"/>
          </p:cNvPicPr>
          <p:nvPr/>
        </p:nvPicPr>
        <p:blipFill>
          <a:blip r:embed="rId3"/>
          <a:stretch>
            <a:fillRect/>
          </a:stretch>
        </p:blipFill>
        <p:spPr>
          <a:xfrm>
            <a:off x="1237194" y="1987458"/>
            <a:ext cx="7330012" cy="670670"/>
          </a:xfrm>
          <a:prstGeom prst="rect">
            <a:avLst/>
          </a:prstGeom>
          <a:ln w="12700">
            <a:miter lim="400000"/>
          </a:ln>
        </p:spPr>
      </p:pic>
      <p:sp>
        <p:nvSpPr>
          <p:cNvPr id="523" name="Shape 523"/>
          <p:cNvSpPr txBox="1"/>
          <p:nvPr/>
        </p:nvSpPr>
        <p:spPr>
          <a:xfrm>
            <a:off x="1000969" y="4918719"/>
            <a:ext cx="7802462" cy="31308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5718" tIns="35718" rIns="35718" bIns="35718" anchor="ctr">
            <a:spAutoFit/>
          </a:bodyPr>
          <a:lstStyle>
            <a:lvl1pPr algn="ctr" defTabSz="410765">
              <a:defRPr>
                <a:solidFill>
                  <a:srgbClr val="C82506"/>
                </a:solidFill>
              </a:defRPr>
            </a:lvl1pPr>
          </a:lstStyle>
          <a:p>
            <a:r>
              <a:t>Value of the function before the step</a:t>
            </a:r>
          </a:p>
        </p:txBody>
      </p:sp>
      <p:sp>
        <p:nvSpPr>
          <p:cNvPr id="524" name="Shape 524"/>
          <p:cNvSpPr/>
          <p:nvPr/>
        </p:nvSpPr>
        <p:spPr>
          <a:xfrm>
            <a:off x="3846208" y="2862670"/>
            <a:ext cx="1013852" cy="1013853"/>
          </a:xfrm>
          <a:prstGeom prst="ellipse">
            <a:avLst/>
          </a:prstGeom>
          <a:solidFill>
            <a:srgbClr val="FF0000">
              <a:alpha val="10000"/>
            </a:srgbClr>
          </a:solidFill>
          <a:ln>
            <a:solidFill>
              <a:srgbClr val="FF0000"/>
            </a:solidFill>
            <a:bevel/>
          </a:ln>
        </p:spPr>
        <p:txBody>
          <a:bodyPr lIns="45719" rIns="45719" anchor="ctr"/>
          <a:lstStyle/>
          <a:p>
            <a:pPr algn="ctr">
              <a:defRPr>
                <a:solidFill>
                  <a:srgbClr val="FFFFFF"/>
                </a:solidFill>
              </a:defRPr>
            </a:pPr>
            <a:endParaRPr/>
          </a:p>
        </p:txBody>
      </p:sp>
    </p:spTree>
  </p:cSld>
  <p:clrMapOvr>
    <a:masterClrMapping/>
  </p:clrMapOvr>
  <p:transition spd="med" advTm="7353"/>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6" name="Shape 526"/>
          <p:cNvSpPr txBox="1">
            <a:spLocks noGrp="1"/>
          </p:cNvSpPr>
          <p:nvPr>
            <p:ph type="title"/>
          </p:nvPr>
        </p:nvSpPr>
        <p:spPr>
          <a:prstGeom prst="rect">
            <a:avLst/>
          </a:prstGeom>
        </p:spPr>
        <p:txBody>
          <a:bodyPr/>
          <a:lstStyle/>
          <a:p>
            <a:r>
              <a:t>Optimal step size using Taylor series</a:t>
            </a:r>
          </a:p>
        </p:txBody>
      </p:sp>
      <p:sp>
        <p:nvSpPr>
          <p:cNvPr id="527" name="Shape 527"/>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64</a:t>
            </a:fld>
            <a:endParaRPr/>
          </a:p>
        </p:txBody>
      </p:sp>
      <p:pic>
        <p:nvPicPr>
          <p:cNvPr id="528" name="pasted-image.pdf"/>
          <p:cNvPicPr>
            <a:picLocks noChangeAspect="1"/>
          </p:cNvPicPr>
          <p:nvPr/>
        </p:nvPicPr>
        <p:blipFill>
          <a:blip r:embed="rId2"/>
          <a:srcRect r="30383"/>
          <a:stretch>
            <a:fillRect/>
          </a:stretch>
        </p:blipFill>
        <p:spPr>
          <a:xfrm>
            <a:off x="1700410" y="2992962"/>
            <a:ext cx="5743369" cy="753442"/>
          </a:xfrm>
          <a:prstGeom prst="rect">
            <a:avLst/>
          </a:prstGeom>
          <a:ln w="3175">
            <a:miter lim="400000"/>
          </a:ln>
        </p:spPr>
      </p:pic>
      <p:pic>
        <p:nvPicPr>
          <p:cNvPr id="529" name="Screen Shot 2019-02-27 at 18.48.09.png"/>
          <p:cNvPicPr>
            <a:picLocks noChangeAspect="1"/>
          </p:cNvPicPr>
          <p:nvPr/>
        </p:nvPicPr>
        <p:blipFill>
          <a:blip r:embed="rId3"/>
          <a:stretch>
            <a:fillRect/>
          </a:stretch>
        </p:blipFill>
        <p:spPr>
          <a:xfrm>
            <a:off x="1237194" y="1987458"/>
            <a:ext cx="7330012" cy="670670"/>
          </a:xfrm>
          <a:prstGeom prst="rect">
            <a:avLst/>
          </a:prstGeom>
          <a:ln w="12700">
            <a:miter lim="400000"/>
          </a:ln>
        </p:spPr>
      </p:pic>
      <p:sp>
        <p:nvSpPr>
          <p:cNvPr id="530" name="Shape 530"/>
          <p:cNvSpPr txBox="1"/>
          <p:nvPr/>
        </p:nvSpPr>
        <p:spPr>
          <a:xfrm>
            <a:off x="1000969" y="4918719"/>
            <a:ext cx="7802462" cy="31308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5718" tIns="35718" rIns="35718" bIns="35718" anchor="ctr">
            <a:spAutoFit/>
          </a:bodyPr>
          <a:lstStyle>
            <a:lvl1pPr algn="ctr" defTabSz="410765">
              <a:defRPr>
                <a:solidFill>
                  <a:srgbClr val="C82506"/>
                </a:solidFill>
              </a:defRPr>
            </a:lvl1pPr>
          </a:lstStyle>
          <a:p>
            <a:r>
              <a:t>Improvement due to slope of function</a:t>
            </a:r>
          </a:p>
        </p:txBody>
      </p:sp>
      <p:sp>
        <p:nvSpPr>
          <p:cNvPr id="531" name="Shape 531"/>
          <p:cNvSpPr/>
          <p:nvPr/>
        </p:nvSpPr>
        <p:spPr>
          <a:xfrm>
            <a:off x="5000557" y="2836730"/>
            <a:ext cx="1013852" cy="1013852"/>
          </a:xfrm>
          <a:prstGeom prst="ellipse">
            <a:avLst/>
          </a:prstGeom>
          <a:solidFill>
            <a:srgbClr val="FF0000">
              <a:alpha val="10000"/>
            </a:srgbClr>
          </a:solidFill>
          <a:ln>
            <a:solidFill>
              <a:srgbClr val="FF0000"/>
            </a:solidFill>
            <a:bevel/>
          </a:ln>
        </p:spPr>
        <p:txBody>
          <a:bodyPr lIns="45719" rIns="45719" anchor="ctr"/>
          <a:lstStyle/>
          <a:p>
            <a:pPr algn="ctr">
              <a:defRPr>
                <a:solidFill>
                  <a:srgbClr val="FFFFFF"/>
                </a:solidFill>
              </a:defRPr>
            </a:pPr>
            <a:endParaRPr/>
          </a:p>
        </p:txBody>
      </p:sp>
    </p:spTree>
  </p:cSld>
  <p:clrMapOvr>
    <a:masterClrMapping/>
  </p:clrMapOvr>
  <p:transition spd="med" advTm="7463"/>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3" name="Shape 533"/>
          <p:cNvSpPr txBox="1">
            <a:spLocks noGrp="1"/>
          </p:cNvSpPr>
          <p:nvPr>
            <p:ph type="title"/>
          </p:nvPr>
        </p:nvSpPr>
        <p:spPr>
          <a:prstGeom prst="rect">
            <a:avLst/>
          </a:prstGeom>
        </p:spPr>
        <p:txBody>
          <a:bodyPr/>
          <a:lstStyle/>
          <a:p>
            <a:r>
              <a:t>Optimal step size using Taylor series</a:t>
            </a:r>
          </a:p>
        </p:txBody>
      </p:sp>
      <p:sp>
        <p:nvSpPr>
          <p:cNvPr id="534" name="Shape 534"/>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65</a:t>
            </a:fld>
            <a:endParaRPr/>
          </a:p>
        </p:txBody>
      </p:sp>
      <p:pic>
        <p:nvPicPr>
          <p:cNvPr id="535" name="pasted-image.pdf"/>
          <p:cNvPicPr>
            <a:picLocks noChangeAspect="1"/>
          </p:cNvPicPr>
          <p:nvPr/>
        </p:nvPicPr>
        <p:blipFill>
          <a:blip r:embed="rId2"/>
          <a:srcRect r="30383"/>
          <a:stretch>
            <a:fillRect/>
          </a:stretch>
        </p:blipFill>
        <p:spPr>
          <a:xfrm>
            <a:off x="1700410" y="2992962"/>
            <a:ext cx="5743369" cy="753442"/>
          </a:xfrm>
          <a:prstGeom prst="rect">
            <a:avLst/>
          </a:prstGeom>
          <a:ln w="3175">
            <a:miter lim="400000"/>
          </a:ln>
        </p:spPr>
      </p:pic>
      <p:pic>
        <p:nvPicPr>
          <p:cNvPr id="536" name="Screen Shot 2019-02-27 at 18.48.09.png"/>
          <p:cNvPicPr>
            <a:picLocks noChangeAspect="1"/>
          </p:cNvPicPr>
          <p:nvPr/>
        </p:nvPicPr>
        <p:blipFill>
          <a:blip r:embed="rId3"/>
          <a:stretch>
            <a:fillRect/>
          </a:stretch>
        </p:blipFill>
        <p:spPr>
          <a:xfrm>
            <a:off x="1237194" y="1987458"/>
            <a:ext cx="7330012" cy="670670"/>
          </a:xfrm>
          <a:prstGeom prst="rect">
            <a:avLst/>
          </a:prstGeom>
          <a:ln w="12700">
            <a:miter lim="400000"/>
          </a:ln>
        </p:spPr>
      </p:pic>
      <p:sp>
        <p:nvSpPr>
          <p:cNvPr id="537" name="Shape 537"/>
          <p:cNvSpPr txBox="1"/>
          <p:nvPr/>
        </p:nvSpPr>
        <p:spPr>
          <a:xfrm>
            <a:off x="1000969" y="4918719"/>
            <a:ext cx="7802462" cy="31308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5718" tIns="35718" rIns="35718" bIns="35718" anchor="ctr">
            <a:spAutoFit/>
          </a:bodyPr>
          <a:lstStyle>
            <a:lvl1pPr algn="ctr" defTabSz="410765">
              <a:defRPr>
                <a:solidFill>
                  <a:srgbClr val="C82506"/>
                </a:solidFill>
              </a:defRPr>
            </a:lvl1pPr>
          </a:lstStyle>
          <a:p>
            <a:r>
              <a:t>Correction due to curvature</a:t>
            </a:r>
          </a:p>
        </p:txBody>
      </p:sp>
      <p:sp>
        <p:nvSpPr>
          <p:cNvPr id="538" name="Shape 538"/>
          <p:cNvSpPr/>
          <p:nvPr/>
        </p:nvSpPr>
        <p:spPr>
          <a:xfrm>
            <a:off x="6336489" y="2862670"/>
            <a:ext cx="1013852" cy="1013853"/>
          </a:xfrm>
          <a:prstGeom prst="ellipse">
            <a:avLst/>
          </a:prstGeom>
          <a:solidFill>
            <a:srgbClr val="FF0000">
              <a:alpha val="10000"/>
            </a:srgbClr>
          </a:solidFill>
          <a:ln>
            <a:solidFill>
              <a:srgbClr val="FF0000"/>
            </a:solidFill>
            <a:bevel/>
          </a:ln>
        </p:spPr>
        <p:txBody>
          <a:bodyPr lIns="45719" rIns="45719" anchor="ctr"/>
          <a:lstStyle/>
          <a:p>
            <a:pPr algn="ctr">
              <a:defRPr>
                <a:solidFill>
                  <a:srgbClr val="FFFFFF"/>
                </a:solidFill>
              </a:defRPr>
            </a:pPr>
            <a:endParaRPr/>
          </a:p>
        </p:txBody>
      </p:sp>
    </p:spTree>
  </p:cSld>
  <p:clrMapOvr>
    <a:masterClrMapping/>
  </p:clrMapOvr>
  <p:transition spd="med" advTm="5052"/>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0" name="Shape 540"/>
          <p:cNvSpPr txBox="1">
            <a:spLocks noGrp="1"/>
          </p:cNvSpPr>
          <p:nvPr>
            <p:ph type="title"/>
          </p:nvPr>
        </p:nvSpPr>
        <p:spPr>
          <a:prstGeom prst="rect">
            <a:avLst/>
          </a:prstGeom>
        </p:spPr>
        <p:txBody>
          <a:bodyPr/>
          <a:lstStyle/>
          <a:p>
            <a:r>
              <a:t>Optimal step size using Taylor series</a:t>
            </a:r>
          </a:p>
        </p:txBody>
      </p:sp>
      <p:sp>
        <p:nvSpPr>
          <p:cNvPr id="541" name="Shape 541"/>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66</a:t>
            </a:fld>
            <a:endParaRPr/>
          </a:p>
        </p:txBody>
      </p:sp>
      <p:pic>
        <p:nvPicPr>
          <p:cNvPr id="542" name="pasted-image.pdf"/>
          <p:cNvPicPr>
            <a:picLocks noChangeAspect="1"/>
          </p:cNvPicPr>
          <p:nvPr/>
        </p:nvPicPr>
        <p:blipFill>
          <a:blip r:embed="rId2"/>
          <a:srcRect r="30383"/>
          <a:stretch>
            <a:fillRect/>
          </a:stretch>
        </p:blipFill>
        <p:spPr>
          <a:xfrm>
            <a:off x="1700410" y="2992962"/>
            <a:ext cx="5743369" cy="753442"/>
          </a:xfrm>
          <a:prstGeom prst="rect">
            <a:avLst/>
          </a:prstGeom>
          <a:ln w="3175">
            <a:miter lim="400000"/>
          </a:ln>
        </p:spPr>
      </p:pic>
      <p:pic>
        <p:nvPicPr>
          <p:cNvPr id="543" name="Screen Shot 2019-02-27 at 18.48.09.png"/>
          <p:cNvPicPr>
            <a:picLocks noChangeAspect="1"/>
          </p:cNvPicPr>
          <p:nvPr/>
        </p:nvPicPr>
        <p:blipFill>
          <a:blip r:embed="rId3"/>
          <a:stretch>
            <a:fillRect/>
          </a:stretch>
        </p:blipFill>
        <p:spPr>
          <a:xfrm>
            <a:off x="1237194" y="1987458"/>
            <a:ext cx="7330012" cy="670670"/>
          </a:xfrm>
          <a:prstGeom prst="rect">
            <a:avLst/>
          </a:prstGeom>
          <a:ln w="12700">
            <a:miter lim="400000"/>
          </a:ln>
        </p:spPr>
      </p:pic>
      <p:sp>
        <p:nvSpPr>
          <p:cNvPr id="544" name="Shape 544"/>
          <p:cNvSpPr txBox="1"/>
          <p:nvPr/>
        </p:nvSpPr>
        <p:spPr>
          <a:xfrm>
            <a:off x="1000969" y="4772669"/>
            <a:ext cx="7802462" cy="60518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5718" tIns="35718" rIns="35718" bIns="35718" anchor="ctr">
            <a:spAutoFit/>
          </a:bodyPr>
          <a:lstStyle/>
          <a:p>
            <a:pPr algn="ctr" defTabSz="410765">
              <a:defRPr>
                <a:solidFill>
                  <a:srgbClr val="C82506"/>
                </a:solidFill>
              </a:defRPr>
            </a:pPr>
            <a:r>
              <a:t>If this is positive, we can look for the optimal</a:t>
            </a:r>
            <a:br/>
            <a:r>
              <a:t>step size that minimises the Taylor-series approximation</a:t>
            </a:r>
          </a:p>
        </p:txBody>
      </p:sp>
      <p:sp>
        <p:nvSpPr>
          <p:cNvPr id="545" name="Shape 545"/>
          <p:cNvSpPr/>
          <p:nvPr/>
        </p:nvSpPr>
        <p:spPr>
          <a:xfrm>
            <a:off x="6336489" y="2862670"/>
            <a:ext cx="1013852" cy="1013853"/>
          </a:xfrm>
          <a:prstGeom prst="ellipse">
            <a:avLst/>
          </a:prstGeom>
          <a:solidFill>
            <a:srgbClr val="FF0000">
              <a:alpha val="10000"/>
            </a:srgbClr>
          </a:solidFill>
          <a:ln>
            <a:solidFill>
              <a:srgbClr val="FF0000"/>
            </a:solidFill>
            <a:bevel/>
          </a:ln>
        </p:spPr>
        <p:txBody>
          <a:bodyPr lIns="45719" rIns="45719" anchor="ctr"/>
          <a:lstStyle/>
          <a:p>
            <a:pPr algn="ctr">
              <a:defRPr>
                <a:solidFill>
                  <a:srgbClr val="FFFFFF"/>
                </a:solidFill>
              </a:defRPr>
            </a:pPr>
            <a:endParaRPr/>
          </a:p>
        </p:txBody>
      </p:sp>
    </p:spTree>
  </p:cSld>
  <p:clrMapOvr>
    <a:masterClrMapping/>
  </p:clrMapOvr>
  <p:transition spd="med" advTm="18838"/>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7" name="Shape 547"/>
          <p:cNvSpPr txBox="1">
            <a:spLocks noGrp="1"/>
          </p:cNvSpPr>
          <p:nvPr>
            <p:ph type="title"/>
          </p:nvPr>
        </p:nvSpPr>
        <p:spPr>
          <a:prstGeom prst="rect">
            <a:avLst/>
          </a:prstGeom>
        </p:spPr>
        <p:txBody>
          <a:bodyPr/>
          <a:lstStyle/>
          <a:p>
            <a:r>
              <a:t>Optimal step size using Taylor series</a:t>
            </a:r>
          </a:p>
        </p:txBody>
      </p:sp>
      <p:sp>
        <p:nvSpPr>
          <p:cNvPr id="548" name="Shape 548"/>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67</a:t>
            </a:fld>
            <a:endParaRPr/>
          </a:p>
        </p:txBody>
      </p:sp>
      <p:pic>
        <p:nvPicPr>
          <p:cNvPr id="549" name="pasted-image.pdf"/>
          <p:cNvPicPr>
            <a:picLocks noChangeAspect="1"/>
          </p:cNvPicPr>
          <p:nvPr/>
        </p:nvPicPr>
        <p:blipFill>
          <a:blip r:embed="rId2"/>
          <a:srcRect r="30383"/>
          <a:stretch>
            <a:fillRect/>
          </a:stretch>
        </p:blipFill>
        <p:spPr>
          <a:xfrm>
            <a:off x="1700410" y="2992962"/>
            <a:ext cx="5743369" cy="753442"/>
          </a:xfrm>
          <a:prstGeom prst="rect">
            <a:avLst/>
          </a:prstGeom>
          <a:ln w="3175">
            <a:miter lim="400000"/>
          </a:ln>
        </p:spPr>
      </p:pic>
      <p:pic>
        <p:nvPicPr>
          <p:cNvPr id="550" name="pasted-image.png"/>
          <p:cNvPicPr>
            <a:picLocks noChangeAspect="1"/>
          </p:cNvPicPr>
          <p:nvPr/>
        </p:nvPicPr>
        <p:blipFill>
          <a:blip r:embed="rId3"/>
          <a:srcRect r="71904"/>
          <a:stretch>
            <a:fillRect/>
          </a:stretch>
        </p:blipFill>
        <p:spPr>
          <a:xfrm>
            <a:off x="3771304" y="3765410"/>
            <a:ext cx="1601291" cy="753295"/>
          </a:xfrm>
          <a:prstGeom prst="rect">
            <a:avLst/>
          </a:prstGeom>
          <a:ln w="3175">
            <a:miter lim="400000"/>
          </a:ln>
        </p:spPr>
      </p:pic>
      <p:pic>
        <p:nvPicPr>
          <p:cNvPr id="551" name="Screen Shot 2019-02-27 at 18.48.09.png"/>
          <p:cNvPicPr>
            <a:picLocks noChangeAspect="1"/>
          </p:cNvPicPr>
          <p:nvPr/>
        </p:nvPicPr>
        <p:blipFill>
          <a:blip r:embed="rId4"/>
          <a:stretch>
            <a:fillRect/>
          </a:stretch>
        </p:blipFill>
        <p:spPr>
          <a:xfrm>
            <a:off x="1237194" y="1987458"/>
            <a:ext cx="7330012" cy="670670"/>
          </a:xfrm>
          <a:prstGeom prst="rect">
            <a:avLst/>
          </a:prstGeom>
          <a:ln w="12700">
            <a:miter lim="400000"/>
          </a:ln>
        </p:spPr>
      </p:pic>
      <mc:AlternateContent xmlns:mc="http://schemas.openxmlformats.org/markup-compatibility/2006" xmlns:p14="http://schemas.microsoft.com/office/powerpoint/2010/main">
        <mc:Choice Requires="p14">
          <p:contentPart p14:bwMode="auto" r:id="rId5">
            <p14:nvContentPartPr>
              <p14:cNvPr id="2" name="Ink 1">
                <a:extLst>
                  <a:ext uri="{FF2B5EF4-FFF2-40B4-BE49-F238E27FC236}">
                    <a16:creationId xmlns:a16="http://schemas.microsoft.com/office/drawing/2014/main" id="{0394509E-809E-4F72-9CA9-7B4AC058E93C}"/>
                  </a:ext>
                </a:extLst>
              </p14:cNvPr>
              <p14:cNvContentPartPr/>
              <p14:nvPr/>
            </p14:nvContentPartPr>
            <p14:xfrm>
              <a:off x="3831120" y="3646080"/>
              <a:ext cx="1910160" cy="1187280"/>
            </p14:xfrm>
          </p:contentPart>
        </mc:Choice>
        <mc:Fallback xmlns="">
          <p:pic>
            <p:nvPicPr>
              <p:cNvPr id="2" name="Ink 1">
                <a:extLst>
                  <a:ext uri="{FF2B5EF4-FFF2-40B4-BE49-F238E27FC236}">
                    <a16:creationId xmlns:a16="http://schemas.microsoft.com/office/drawing/2014/main" id="{0394509E-809E-4F72-9CA9-7B4AC058E93C}"/>
                  </a:ext>
                </a:extLst>
              </p:cNvPr>
              <p:cNvPicPr/>
              <p:nvPr/>
            </p:nvPicPr>
            <p:blipFill>
              <a:blip r:embed="rId8"/>
              <a:stretch>
                <a:fillRect/>
              </a:stretch>
            </p:blipFill>
            <p:spPr>
              <a:xfrm>
                <a:off x="3821760" y="3636720"/>
                <a:ext cx="1928880" cy="1206000"/>
              </a:xfrm>
              <a:prstGeom prst="rect">
                <a:avLst/>
              </a:prstGeom>
            </p:spPr>
          </p:pic>
        </mc:Fallback>
      </mc:AlternateContent>
    </p:spTree>
  </p:cSld>
  <p:clrMapOvr>
    <a:masterClrMapping/>
  </p:clrMapOvr>
  <p:transition spd="med" advTm="30776"/>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3" name="Shape 553"/>
          <p:cNvSpPr txBox="1">
            <a:spLocks noGrp="1"/>
          </p:cNvSpPr>
          <p:nvPr>
            <p:ph type="title"/>
          </p:nvPr>
        </p:nvSpPr>
        <p:spPr>
          <a:prstGeom prst="rect">
            <a:avLst/>
          </a:prstGeom>
        </p:spPr>
        <p:txBody>
          <a:bodyPr/>
          <a:lstStyle/>
          <a:p>
            <a:r>
              <a:t>Optimal step size using Taylor series</a:t>
            </a:r>
          </a:p>
        </p:txBody>
      </p:sp>
      <p:sp>
        <p:nvSpPr>
          <p:cNvPr id="554" name="Shape 554"/>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68</a:t>
            </a:fld>
            <a:endParaRPr/>
          </a:p>
        </p:txBody>
      </p:sp>
      <p:pic>
        <p:nvPicPr>
          <p:cNvPr id="555" name="pasted-image.pdf"/>
          <p:cNvPicPr>
            <a:picLocks noChangeAspect="1"/>
          </p:cNvPicPr>
          <p:nvPr/>
        </p:nvPicPr>
        <p:blipFill>
          <a:blip r:embed="rId2"/>
          <a:srcRect r="30383"/>
          <a:stretch>
            <a:fillRect/>
          </a:stretch>
        </p:blipFill>
        <p:spPr>
          <a:xfrm>
            <a:off x="1700410" y="2992962"/>
            <a:ext cx="5743369" cy="753442"/>
          </a:xfrm>
          <a:prstGeom prst="rect">
            <a:avLst/>
          </a:prstGeom>
          <a:ln w="3175">
            <a:miter lim="400000"/>
          </a:ln>
        </p:spPr>
      </p:pic>
      <p:pic>
        <p:nvPicPr>
          <p:cNvPr id="556" name="pasted-image.pdf"/>
          <p:cNvPicPr>
            <a:picLocks noChangeAspect="1"/>
          </p:cNvPicPr>
          <p:nvPr/>
        </p:nvPicPr>
        <p:blipFill>
          <a:blip r:embed="rId3"/>
          <a:srcRect r="71904"/>
          <a:stretch>
            <a:fillRect/>
          </a:stretch>
        </p:blipFill>
        <p:spPr>
          <a:xfrm>
            <a:off x="3771304" y="3765410"/>
            <a:ext cx="1601291" cy="753295"/>
          </a:xfrm>
          <a:prstGeom prst="rect">
            <a:avLst/>
          </a:prstGeom>
          <a:ln w="3175">
            <a:miter lim="400000"/>
          </a:ln>
        </p:spPr>
      </p:pic>
      <p:sp>
        <p:nvSpPr>
          <p:cNvPr id="557" name="Shape 557"/>
          <p:cNvSpPr txBox="1"/>
          <p:nvPr/>
        </p:nvSpPr>
        <p:spPr>
          <a:xfrm>
            <a:off x="2951689" y="4723279"/>
            <a:ext cx="3901022" cy="60518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35718" tIns="35718" rIns="35718" bIns="35718" anchor="ctr">
            <a:spAutoFit/>
          </a:bodyPr>
          <a:lstStyle/>
          <a:p>
            <a:pPr algn="ctr" defTabSz="410765">
              <a:defRPr>
                <a:solidFill>
                  <a:schemeClr val="accent3">
                    <a:satOff val="-6373"/>
                    <a:lumOff val="-10823"/>
                  </a:schemeClr>
                </a:solidFill>
              </a:defRPr>
            </a:pPr>
            <a:r>
              <a:t>Big gradients speed you up</a:t>
            </a:r>
            <a:br/>
            <a:r>
              <a:t>(larger numerator means larger step size)</a:t>
            </a:r>
          </a:p>
        </p:txBody>
      </p:sp>
      <p:pic>
        <p:nvPicPr>
          <p:cNvPr id="558" name="Screen Shot 2019-02-27 at 18.48.09.png"/>
          <p:cNvPicPr>
            <a:picLocks noChangeAspect="1"/>
          </p:cNvPicPr>
          <p:nvPr/>
        </p:nvPicPr>
        <p:blipFill>
          <a:blip r:embed="rId4"/>
          <a:stretch>
            <a:fillRect/>
          </a:stretch>
        </p:blipFill>
        <p:spPr>
          <a:xfrm>
            <a:off x="1237194" y="1987458"/>
            <a:ext cx="7330012" cy="670670"/>
          </a:xfrm>
          <a:prstGeom prst="rect">
            <a:avLst/>
          </a:prstGeom>
          <a:ln w="12700">
            <a:miter lim="400000"/>
          </a:ln>
        </p:spPr>
      </p:pic>
      <p:sp>
        <p:nvSpPr>
          <p:cNvPr id="559" name="Shape 559"/>
          <p:cNvSpPr/>
          <p:nvPr/>
        </p:nvSpPr>
        <p:spPr>
          <a:xfrm>
            <a:off x="4624961" y="3728563"/>
            <a:ext cx="661145" cy="485996"/>
          </a:xfrm>
          <a:prstGeom prst="ellipse">
            <a:avLst/>
          </a:prstGeom>
          <a:solidFill>
            <a:srgbClr val="008000">
              <a:alpha val="10000"/>
            </a:srgbClr>
          </a:solidFill>
          <a:ln>
            <a:solidFill>
              <a:srgbClr val="008000"/>
            </a:solidFill>
            <a:bevel/>
          </a:ln>
        </p:spPr>
        <p:txBody>
          <a:bodyPr lIns="45719" rIns="45719" anchor="ctr"/>
          <a:lstStyle/>
          <a:p>
            <a:pPr algn="ctr">
              <a:defRPr>
                <a:solidFill>
                  <a:srgbClr val="FFFFFF"/>
                </a:solidFill>
              </a:defRPr>
            </a:pPr>
            <a:endParaRPr/>
          </a:p>
        </p:txBody>
      </p:sp>
      <mc:AlternateContent xmlns:mc="http://schemas.openxmlformats.org/markup-compatibility/2006" xmlns:p14="http://schemas.microsoft.com/office/powerpoint/2010/main">
        <mc:Choice Requires="p14">
          <p:contentPart p14:bwMode="auto" r:id="rId5">
            <p14:nvContentPartPr>
              <p14:cNvPr id="2" name="Ink 1">
                <a:extLst>
                  <a:ext uri="{FF2B5EF4-FFF2-40B4-BE49-F238E27FC236}">
                    <a16:creationId xmlns:a16="http://schemas.microsoft.com/office/drawing/2014/main" id="{FF73BBA1-2FD0-4D95-895A-C839C4AACDCE}"/>
                  </a:ext>
                </a:extLst>
              </p14:cNvPr>
              <p14:cNvContentPartPr/>
              <p14:nvPr/>
            </p14:nvContentPartPr>
            <p14:xfrm>
              <a:off x="4634640" y="4424040"/>
              <a:ext cx="785160" cy="122040"/>
            </p14:xfrm>
          </p:contentPart>
        </mc:Choice>
        <mc:Fallback xmlns="">
          <p:pic>
            <p:nvPicPr>
              <p:cNvPr id="2" name="Ink 1">
                <a:extLst>
                  <a:ext uri="{FF2B5EF4-FFF2-40B4-BE49-F238E27FC236}">
                    <a16:creationId xmlns:a16="http://schemas.microsoft.com/office/drawing/2014/main" id="{FF73BBA1-2FD0-4D95-895A-C839C4AACDCE}"/>
                  </a:ext>
                </a:extLst>
              </p:cNvPr>
              <p:cNvPicPr/>
              <p:nvPr/>
            </p:nvPicPr>
            <p:blipFill>
              <a:blip r:embed="rId8"/>
              <a:stretch>
                <a:fillRect/>
              </a:stretch>
            </p:blipFill>
            <p:spPr>
              <a:xfrm>
                <a:off x="4625280" y="4414680"/>
                <a:ext cx="803880" cy="140760"/>
              </a:xfrm>
              <a:prstGeom prst="rect">
                <a:avLst/>
              </a:prstGeom>
            </p:spPr>
          </p:pic>
        </mc:Fallback>
      </mc:AlternateContent>
    </p:spTree>
  </p:cSld>
  <p:clrMapOvr>
    <a:masterClrMapping/>
  </p:clrMapOvr>
  <p:transition spd="med" advTm="15484"/>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1" name="Shape 561"/>
          <p:cNvSpPr txBox="1">
            <a:spLocks noGrp="1"/>
          </p:cNvSpPr>
          <p:nvPr>
            <p:ph type="title"/>
          </p:nvPr>
        </p:nvSpPr>
        <p:spPr>
          <a:prstGeom prst="rect">
            <a:avLst/>
          </a:prstGeom>
        </p:spPr>
        <p:txBody>
          <a:bodyPr/>
          <a:lstStyle/>
          <a:p>
            <a:r>
              <a:t>Optimal step size using Taylor series</a:t>
            </a:r>
          </a:p>
        </p:txBody>
      </p:sp>
      <p:sp>
        <p:nvSpPr>
          <p:cNvPr id="562" name="Shape 562"/>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69</a:t>
            </a:fld>
            <a:endParaRPr/>
          </a:p>
        </p:txBody>
      </p:sp>
      <p:pic>
        <p:nvPicPr>
          <p:cNvPr id="563" name="pasted-image.pdf"/>
          <p:cNvPicPr>
            <a:picLocks noChangeAspect="1"/>
          </p:cNvPicPr>
          <p:nvPr/>
        </p:nvPicPr>
        <p:blipFill>
          <a:blip r:embed="rId2"/>
          <a:srcRect r="30383"/>
          <a:stretch>
            <a:fillRect/>
          </a:stretch>
        </p:blipFill>
        <p:spPr>
          <a:xfrm>
            <a:off x="1700410" y="2992962"/>
            <a:ext cx="5743369" cy="753442"/>
          </a:xfrm>
          <a:prstGeom prst="rect">
            <a:avLst/>
          </a:prstGeom>
          <a:ln w="3175">
            <a:miter lim="400000"/>
          </a:ln>
        </p:spPr>
      </p:pic>
      <p:pic>
        <p:nvPicPr>
          <p:cNvPr id="564" name="pasted-image.pdf"/>
          <p:cNvPicPr>
            <a:picLocks noChangeAspect="1"/>
          </p:cNvPicPr>
          <p:nvPr/>
        </p:nvPicPr>
        <p:blipFill>
          <a:blip r:embed="rId3"/>
          <a:srcRect r="71904"/>
          <a:stretch>
            <a:fillRect/>
          </a:stretch>
        </p:blipFill>
        <p:spPr>
          <a:xfrm>
            <a:off x="3771304" y="3765410"/>
            <a:ext cx="1601291" cy="753295"/>
          </a:xfrm>
          <a:prstGeom prst="rect">
            <a:avLst/>
          </a:prstGeom>
          <a:ln w="3175">
            <a:miter lim="400000"/>
          </a:ln>
        </p:spPr>
      </p:pic>
      <p:pic>
        <p:nvPicPr>
          <p:cNvPr id="565" name="Screen Shot 2019-02-27 at 18.48.09.png"/>
          <p:cNvPicPr>
            <a:picLocks noChangeAspect="1"/>
          </p:cNvPicPr>
          <p:nvPr/>
        </p:nvPicPr>
        <p:blipFill>
          <a:blip r:embed="rId4"/>
          <a:stretch>
            <a:fillRect/>
          </a:stretch>
        </p:blipFill>
        <p:spPr>
          <a:xfrm>
            <a:off x="1237194" y="1987458"/>
            <a:ext cx="7330012" cy="670670"/>
          </a:xfrm>
          <a:prstGeom prst="rect">
            <a:avLst/>
          </a:prstGeom>
          <a:ln w="12700">
            <a:miter lim="400000"/>
          </a:ln>
        </p:spPr>
      </p:pic>
      <p:sp>
        <p:nvSpPr>
          <p:cNvPr id="566" name="Shape 566"/>
          <p:cNvSpPr/>
          <p:nvPr/>
        </p:nvSpPr>
        <p:spPr>
          <a:xfrm>
            <a:off x="4496442" y="4055930"/>
            <a:ext cx="892783" cy="561749"/>
          </a:xfrm>
          <a:prstGeom prst="ellipse">
            <a:avLst/>
          </a:prstGeom>
          <a:solidFill>
            <a:srgbClr val="FF0000">
              <a:alpha val="10000"/>
            </a:srgbClr>
          </a:solidFill>
          <a:ln>
            <a:solidFill>
              <a:srgbClr val="FF0000"/>
            </a:solidFill>
            <a:bevel/>
          </a:ln>
        </p:spPr>
        <p:txBody>
          <a:bodyPr lIns="45719" rIns="45719" anchor="ctr"/>
          <a:lstStyle/>
          <a:p>
            <a:pPr algn="ctr">
              <a:defRPr>
                <a:solidFill>
                  <a:srgbClr val="FFFFFF"/>
                </a:solidFill>
              </a:defRPr>
            </a:pPr>
            <a:endParaRPr/>
          </a:p>
        </p:txBody>
      </p:sp>
      <p:sp>
        <p:nvSpPr>
          <p:cNvPr id="567" name="Shape 567"/>
          <p:cNvSpPr txBox="1"/>
          <p:nvPr/>
        </p:nvSpPr>
        <p:spPr>
          <a:xfrm>
            <a:off x="1015548" y="4862979"/>
            <a:ext cx="7330013" cy="60518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5718" tIns="35718" rIns="35718" bIns="35718" anchor="ctr">
            <a:spAutoFit/>
          </a:bodyPr>
          <a:lstStyle/>
          <a:p>
            <a:pPr algn="ctr" defTabSz="410765">
              <a:defRPr>
                <a:solidFill>
                  <a:srgbClr val="C82506"/>
                </a:solidFill>
              </a:defRPr>
            </a:pPr>
            <a:r>
              <a:t>Big eigenvalues slow you down if you align with their eigenvectors</a:t>
            </a:r>
          </a:p>
          <a:p>
            <a:pPr algn="ctr" defTabSz="410765">
              <a:defRPr>
                <a:solidFill>
                  <a:srgbClr val="C82506"/>
                </a:solidFill>
              </a:defRPr>
            </a:pPr>
            <a:r>
              <a:t>(larger denominator means smaller step size)</a:t>
            </a:r>
          </a:p>
        </p:txBody>
      </p:sp>
    </p:spTree>
  </p:cSld>
  <p:clrMapOvr>
    <a:masterClrMapping/>
  </p:clrMapOvr>
  <p:transition spd="med" advTm="41111"/>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9" name="Shape 569"/>
          <p:cNvSpPr txBox="1">
            <a:spLocks noGrp="1"/>
          </p:cNvSpPr>
          <p:nvPr>
            <p:ph type="body" idx="1"/>
          </p:nvPr>
        </p:nvSpPr>
        <p:spPr>
          <a:prstGeom prst="rect">
            <a:avLst/>
          </a:prstGeom>
        </p:spPr>
        <p:txBody>
          <a:bodyPr/>
          <a:lstStyle/>
          <a:p>
            <a:r>
              <a:rPr dirty="0"/>
              <a:t>Algorithms often specified in terms of real numbers</a:t>
            </a:r>
          </a:p>
          <a:p>
            <a:pPr marL="778668" lvl="1" indent="-321468">
              <a:buChar char="•"/>
            </a:pPr>
            <a:r>
              <a:rPr lang="en-US" dirty="0"/>
              <a:t>C</a:t>
            </a:r>
            <a:r>
              <a:rPr dirty="0"/>
              <a:t>an</a:t>
            </a:r>
            <a:r>
              <a:rPr lang="en-US" dirty="0"/>
              <a:t> only</a:t>
            </a:r>
            <a:r>
              <a:rPr dirty="0"/>
              <a:t> be implemented with finite number of bits; does the algorithm still work?</a:t>
            </a:r>
          </a:p>
          <a:p>
            <a:r>
              <a:rPr dirty="0"/>
              <a:t>Do small changes in the input to a function cause large changes to an output?</a:t>
            </a:r>
          </a:p>
          <a:p>
            <a:pPr marL="778668" lvl="1" indent="-321468">
              <a:buChar char="•"/>
            </a:pPr>
            <a:r>
              <a:rPr dirty="0"/>
              <a:t>Rounding/measurement errors, noise, can cause large changes</a:t>
            </a:r>
          </a:p>
          <a:p>
            <a:pPr marL="778668" lvl="1" indent="-321468">
              <a:buChar char="•"/>
            </a:pPr>
            <a:r>
              <a:rPr dirty="0"/>
              <a:t>Iterative search for best input is difficult</a:t>
            </a:r>
          </a:p>
        </p:txBody>
      </p:sp>
      <p:sp>
        <p:nvSpPr>
          <p:cNvPr id="570" name="Shape 570"/>
          <p:cNvSpPr txBox="1">
            <a:spLocks noGrp="1"/>
          </p:cNvSpPr>
          <p:nvPr>
            <p:ph type="title"/>
          </p:nvPr>
        </p:nvSpPr>
        <p:spPr>
          <a:prstGeom prst="rect">
            <a:avLst/>
          </a:prstGeom>
        </p:spPr>
        <p:txBody>
          <a:bodyPr/>
          <a:lstStyle/>
          <a:p>
            <a:r>
              <a:t>“Real” issues</a:t>
            </a:r>
          </a:p>
        </p:txBody>
      </p:sp>
      <p:sp>
        <p:nvSpPr>
          <p:cNvPr id="571" name="Shape 571"/>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70</a:t>
            </a:fld>
            <a:endParaRPr/>
          </a:p>
        </p:txBody>
      </p:sp>
    </p:spTree>
  </p:cSld>
  <p:clrMapOvr>
    <a:masterClrMapping/>
  </p:clrMapOvr>
  <p:transition spd="med" advTm="4658"/>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 name="Shape 573"/>
          <p:cNvSpPr txBox="1">
            <a:spLocks noGrp="1"/>
          </p:cNvSpPr>
          <p:nvPr>
            <p:ph type="body" idx="1"/>
          </p:nvPr>
        </p:nvSpPr>
        <p:spPr>
          <a:prstGeom prst="rect">
            <a:avLst/>
          </a:prstGeom>
        </p:spPr>
        <p:txBody>
          <a:bodyPr/>
          <a:lstStyle/>
          <a:p>
            <a:r>
              <a:rPr dirty="0"/>
              <a:t>In a digital computer, we use </a:t>
            </a:r>
            <a:r>
              <a:rPr dirty="0">
                <a:latin typeface="American Typewriter"/>
                <a:ea typeface="American Typewriter"/>
                <a:cs typeface="American Typewriter"/>
                <a:sym typeface="American Typewriter"/>
              </a:rPr>
              <a:t>float32</a:t>
            </a:r>
            <a:r>
              <a:rPr dirty="0"/>
              <a:t> or similar schemes to represent real numbers</a:t>
            </a:r>
          </a:p>
          <a:p>
            <a:r>
              <a:rPr lang="en-US" dirty="0"/>
              <a:t>For a</a:t>
            </a:r>
            <a:r>
              <a:rPr dirty="0"/>
              <a:t> real number </a:t>
            </a:r>
            <a:r>
              <a:rPr i="1" dirty="0">
                <a:latin typeface="+mn-lt"/>
                <a:ea typeface="+mn-ea"/>
                <a:cs typeface="+mn-cs"/>
                <a:sym typeface="Helvetica"/>
              </a:rPr>
              <a:t>x</a:t>
            </a:r>
            <a:r>
              <a:rPr lang="en-US" i="1" dirty="0">
                <a:latin typeface="+mn-lt"/>
                <a:ea typeface="+mn-ea"/>
                <a:cs typeface="+mn-cs"/>
                <a:sym typeface="Helvetica"/>
              </a:rPr>
              <a:t>, </a:t>
            </a:r>
            <a:r>
              <a:rPr lang="en-US" dirty="0">
                <a:latin typeface="+mn-lt"/>
                <a:ea typeface="+mn-ea"/>
                <a:cs typeface="+mn-cs"/>
                <a:sym typeface="Helvetica"/>
              </a:rPr>
              <a:t>when we perform </a:t>
            </a:r>
            <a:r>
              <a:rPr dirty="0">
                <a:latin typeface="American Typewriter"/>
                <a:ea typeface="American Typewriter"/>
                <a:cs typeface="American Typewriter"/>
                <a:sym typeface="American Typewriter"/>
              </a:rPr>
              <a:t>x + delta </a:t>
            </a:r>
            <a:r>
              <a:rPr dirty="0"/>
              <a:t>for some small delta</a:t>
            </a:r>
            <a:r>
              <a:rPr lang="en-US" dirty="0"/>
              <a:t>, the delta could be potentially truncated off (examples in next slide.)</a:t>
            </a:r>
            <a:endParaRPr dirty="0"/>
          </a:p>
          <a:p>
            <a:r>
              <a:rPr dirty="0"/>
              <a:t>Overflow: large </a:t>
            </a:r>
            <a:r>
              <a:rPr i="1" dirty="0">
                <a:latin typeface="+mn-lt"/>
                <a:ea typeface="+mn-ea"/>
                <a:cs typeface="+mn-cs"/>
                <a:sym typeface="Helvetica"/>
              </a:rPr>
              <a:t>x</a:t>
            </a:r>
            <a:r>
              <a:rPr dirty="0"/>
              <a:t> replaced by </a:t>
            </a:r>
            <a:r>
              <a:rPr dirty="0">
                <a:latin typeface="American Typewriter"/>
                <a:ea typeface="American Typewriter"/>
                <a:cs typeface="American Typewriter"/>
                <a:sym typeface="American Typewriter"/>
              </a:rPr>
              <a:t>inf</a:t>
            </a:r>
          </a:p>
          <a:p>
            <a:r>
              <a:rPr dirty="0"/>
              <a:t>Underflow: small </a:t>
            </a:r>
            <a:r>
              <a:rPr i="1" dirty="0">
                <a:latin typeface="+mn-lt"/>
                <a:ea typeface="+mn-ea"/>
                <a:cs typeface="+mn-cs"/>
                <a:sym typeface="Helvetica"/>
              </a:rPr>
              <a:t>x</a:t>
            </a:r>
            <a:r>
              <a:rPr dirty="0"/>
              <a:t> replaced by </a:t>
            </a:r>
            <a:r>
              <a:rPr dirty="0">
                <a:latin typeface="American Typewriter"/>
                <a:ea typeface="American Typewriter"/>
                <a:cs typeface="American Typewriter"/>
                <a:sym typeface="American Typewriter"/>
              </a:rPr>
              <a:t>0</a:t>
            </a:r>
          </a:p>
        </p:txBody>
      </p:sp>
      <p:sp>
        <p:nvSpPr>
          <p:cNvPr id="574" name="Shape 574"/>
          <p:cNvSpPr txBox="1">
            <a:spLocks noGrp="1"/>
          </p:cNvSpPr>
          <p:nvPr>
            <p:ph type="title"/>
          </p:nvPr>
        </p:nvSpPr>
        <p:spPr>
          <a:prstGeom prst="rect">
            <a:avLst/>
          </a:prstGeom>
        </p:spPr>
        <p:txBody>
          <a:bodyPr/>
          <a:lstStyle/>
          <a:p>
            <a:r>
              <a:t>Rounding and truncation errors</a:t>
            </a:r>
          </a:p>
        </p:txBody>
      </p:sp>
      <p:sp>
        <p:nvSpPr>
          <p:cNvPr id="575" name="Shape 575"/>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71</a:t>
            </a:fld>
            <a:endParaRPr/>
          </a:p>
        </p:txBody>
      </p:sp>
    </p:spTree>
  </p:cSld>
  <p:clrMapOvr>
    <a:masterClrMapping/>
  </p:clrMapOvr>
  <p:transition spd="med"/>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7" name="Shape 577"/>
          <p:cNvSpPr txBox="1">
            <a:spLocks noGrp="1"/>
          </p:cNvSpPr>
          <p:nvPr>
            <p:ph type="body" idx="1"/>
          </p:nvPr>
        </p:nvSpPr>
        <p:spPr>
          <a:prstGeom prst="rect">
            <a:avLst/>
          </a:prstGeom>
        </p:spPr>
        <p:txBody>
          <a:bodyPr/>
          <a:lstStyle/>
          <a:p>
            <a:r>
              <a:rPr dirty="0"/>
              <a:t>Adding a very small number to a larger one may have no effect. This can cause large changes downstream:</a:t>
            </a:r>
          </a:p>
        </p:txBody>
      </p:sp>
      <p:sp>
        <p:nvSpPr>
          <p:cNvPr id="578" name="Shape 578"/>
          <p:cNvSpPr txBox="1">
            <a:spLocks noGrp="1"/>
          </p:cNvSpPr>
          <p:nvPr>
            <p:ph type="title"/>
          </p:nvPr>
        </p:nvSpPr>
        <p:spPr>
          <a:prstGeom prst="rect">
            <a:avLst/>
          </a:prstGeom>
        </p:spPr>
        <p:txBody>
          <a:bodyPr/>
          <a:lstStyle/>
          <a:p>
            <a:r>
              <a:t>Example</a:t>
            </a:r>
          </a:p>
        </p:txBody>
      </p:sp>
      <p:sp>
        <p:nvSpPr>
          <p:cNvPr id="579" name="Shape 579"/>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72</a:t>
            </a:fld>
            <a:endParaRPr/>
          </a:p>
        </p:txBody>
      </p:sp>
      <p:sp>
        <p:nvSpPr>
          <p:cNvPr id="580" name="Shape 580"/>
          <p:cNvSpPr txBox="1"/>
          <p:nvPr/>
        </p:nvSpPr>
        <p:spPr>
          <a:xfrm>
            <a:off x="1341407" y="3642736"/>
            <a:ext cx="6547727" cy="184943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35718" tIns="35718" rIns="35718" bIns="35718" anchor="ctr">
            <a:spAutoFit/>
          </a:bodyPr>
          <a:lstStyle/>
          <a:p>
            <a:pPr defTabSz="410765">
              <a:defRPr sz="2400">
                <a:latin typeface="American Typewriter"/>
                <a:ea typeface="American Typewriter"/>
                <a:cs typeface="American Typewriter"/>
                <a:sym typeface="American Typewriter"/>
              </a:defRPr>
            </a:pPr>
            <a:r>
              <a:rPr dirty="0"/>
              <a:t>&gt;&gt;&gt; a = </a:t>
            </a:r>
            <a:r>
              <a:rPr dirty="0" err="1"/>
              <a:t>np.array</a:t>
            </a:r>
            <a:r>
              <a:rPr dirty="0"/>
              <a:t>([0., 1e-8]).</a:t>
            </a:r>
            <a:r>
              <a:rPr dirty="0" err="1"/>
              <a:t>astype</a:t>
            </a:r>
            <a:r>
              <a:rPr dirty="0"/>
              <a:t>('float32')</a:t>
            </a:r>
          </a:p>
          <a:p>
            <a:pPr defTabSz="410765">
              <a:defRPr sz="2400">
                <a:latin typeface="American Typewriter"/>
                <a:ea typeface="American Typewriter"/>
                <a:cs typeface="American Typewriter"/>
                <a:sym typeface="American Typewriter"/>
              </a:defRPr>
            </a:pPr>
            <a:r>
              <a:rPr dirty="0"/>
              <a:t>&gt;&gt;&gt; </a:t>
            </a:r>
            <a:r>
              <a:rPr dirty="0" err="1"/>
              <a:t>a.argmax</a:t>
            </a:r>
            <a:r>
              <a:rPr dirty="0"/>
              <a:t>()</a:t>
            </a:r>
          </a:p>
          <a:p>
            <a:pPr defTabSz="410765">
              <a:defRPr sz="2400">
                <a:latin typeface="American Typewriter"/>
                <a:ea typeface="American Typewriter"/>
                <a:cs typeface="American Typewriter"/>
                <a:sym typeface="American Typewriter"/>
              </a:defRPr>
            </a:pPr>
            <a:r>
              <a:rPr dirty="0"/>
              <a:t>1</a:t>
            </a:r>
          </a:p>
          <a:p>
            <a:pPr defTabSz="410765">
              <a:defRPr sz="2400">
                <a:latin typeface="American Typewriter"/>
                <a:ea typeface="American Typewriter"/>
                <a:cs typeface="American Typewriter"/>
                <a:sym typeface="American Typewriter"/>
              </a:defRPr>
            </a:pPr>
            <a:r>
              <a:rPr dirty="0"/>
              <a:t>&gt;&gt;&gt; (a + 1).argmax()</a:t>
            </a:r>
          </a:p>
          <a:p>
            <a:pPr defTabSz="410765">
              <a:defRPr sz="2400">
                <a:latin typeface="American Typewriter"/>
                <a:ea typeface="American Typewriter"/>
                <a:cs typeface="American Typewriter"/>
                <a:sym typeface="American Typewriter"/>
              </a:defRPr>
            </a:pPr>
            <a:r>
              <a:rPr dirty="0"/>
              <a:t>0</a:t>
            </a:r>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2B05C885-EF62-4B87-8BF8-30B88FCF7343}"/>
                  </a:ext>
                </a:extLst>
              </p14:cNvPr>
              <p14:cNvContentPartPr/>
              <p14:nvPr/>
            </p14:nvContentPartPr>
            <p14:xfrm>
              <a:off x="913320" y="1923480"/>
              <a:ext cx="26640" cy="9000"/>
            </p14:xfrm>
          </p:contentPart>
        </mc:Choice>
        <mc:Fallback xmlns="">
          <p:pic>
            <p:nvPicPr>
              <p:cNvPr id="2" name="Ink 1">
                <a:extLst>
                  <a:ext uri="{FF2B5EF4-FFF2-40B4-BE49-F238E27FC236}">
                    <a16:creationId xmlns:a16="http://schemas.microsoft.com/office/drawing/2014/main" id="{2B05C885-EF62-4B87-8BF8-30B88FCF7343}"/>
                  </a:ext>
                </a:extLst>
              </p:cNvPr>
              <p:cNvPicPr/>
              <p:nvPr/>
            </p:nvPicPr>
            <p:blipFill>
              <a:blip r:embed="rId4"/>
              <a:stretch>
                <a:fillRect/>
              </a:stretch>
            </p:blipFill>
            <p:spPr>
              <a:xfrm>
                <a:off x="903960" y="1914120"/>
                <a:ext cx="45360" cy="27720"/>
              </a:xfrm>
              <a:prstGeom prst="rect">
                <a:avLst/>
              </a:prstGeom>
            </p:spPr>
          </p:pic>
        </mc:Fallback>
      </mc:AlternateContent>
    </p:spTree>
  </p:cSld>
  <p:clrMapOvr>
    <a:masterClrMapping/>
  </p:clrMapOvr>
  <p:transition spd="med"/>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2" name="Shape 582"/>
          <p:cNvSpPr txBox="1">
            <a:spLocks noGrp="1"/>
          </p:cNvSpPr>
          <p:nvPr>
            <p:ph type="body" idx="1"/>
          </p:nvPr>
        </p:nvSpPr>
        <p:spPr>
          <a:prstGeom prst="rect">
            <a:avLst/>
          </a:prstGeom>
        </p:spPr>
        <p:txBody>
          <a:bodyPr/>
          <a:lstStyle/>
          <a:p>
            <a:r>
              <a:t>Suppose we have code that computes </a:t>
            </a:r>
            <a:r>
              <a:rPr>
                <a:latin typeface="American Typewriter"/>
                <a:ea typeface="American Typewriter"/>
                <a:cs typeface="American Typewriter"/>
                <a:sym typeface="American Typewriter"/>
              </a:rPr>
              <a:t>x-y</a:t>
            </a:r>
          </a:p>
          <a:p>
            <a:r>
              <a:t>Suppose </a:t>
            </a:r>
            <a:r>
              <a:rPr>
                <a:latin typeface="American Typewriter"/>
                <a:ea typeface="American Typewriter"/>
                <a:cs typeface="American Typewriter"/>
                <a:sym typeface="American Typewriter"/>
              </a:rPr>
              <a:t>x</a:t>
            </a:r>
            <a:r>
              <a:t> overflows to </a:t>
            </a:r>
            <a:r>
              <a:rPr>
                <a:latin typeface="American Typewriter"/>
                <a:ea typeface="American Typewriter"/>
                <a:cs typeface="American Typewriter"/>
                <a:sym typeface="American Typewriter"/>
              </a:rPr>
              <a:t>inf</a:t>
            </a:r>
          </a:p>
          <a:p>
            <a:r>
              <a:t>Suppose </a:t>
            </a:r>
            <a:r>
              <a:rPr>
                <a:latin typeface="American Typewriter"/>
                <a:ea typeface="American Typewriter"/>
                <a:cs typeface="American Typewriter"/>
                <a:sym typeface="American Typewriter"/>
              </a:rPr>
              <a:t>y</a:t>
            </a:r>
            <a:r>
              <a:t> overflows to </a:t>
            </a:r>
            <a:r>
              <a:rPr>
                <a:latin typeface="American Typewriter"/>
                <a:ea typeface="American Typewriter"/>
                <a:cs typeface="American Typewriter"/>
                <a:sym typeface="American Typewriter"/>
              </a:rPr>
              <a:t>inf</a:t>
            </a:r>
          </a:p>
          <a:p>
            <a:r>
              <a:t>Then </a:t>
            </a:r>
            <a:r>
              <a:rPr>
                <a:latin typeface="American Typewriter"/>
                <a:ea typeface="American Typewriter"/>
                <a:cs typeface="American Typewriter"/>
                <a:sym typeface="American Typewriter"/>
              </a:rPr>
              <a:t>x - y = inf - inf = NaN</a:t>
            </a:r>
          </a:p>
        </p:txBody>
      </p:sp>
      <p:sp>
        <p:nvSpPr>
          <p:cNvPr id="583" name="Shape 583"/>
          <p:cNvSpPr txBox="1">
            <a:spLocks noGrp="1"/>
          </p:cNvSpPr>
          <p:nvPr>
            <p:ph type="title"/>
          </p:nvPr>
        </p:nvSpPr>
        <p:spPr>
          <a:prstGeom prst="rect">
            <a:avLst/>
          </a:prstGeom>
        </p:spPr>
        <p:txBody>
          <a:bodyPr/>
          <a:lstStyle/>
          <a:p>
            <a:r>
              <a:t>Secondary effects</a:t>
            </a:r>
          </a:p>
        </p:txBody>
      </p:sp>
      <p:sp>
        <p:nvSpPr>
          <p:cNvPr id="584" name="Shape 584"/>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73</a:t>
            </a:fld>
            <a:endParaRPr/>
          </a:p>
        </p:txBody>
      </p:sp>
    </p:spTree>
  </p:cSld>
  <p:clrMapOvr>
    <a:masterClrMapping/>
  </p:clrMapOvr>
  <p:transition spd="med"/>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6" name="Shape 586"/>
          <p:cNvSpPr txBox="1">
            <a:spLocks noGrp="1"/>
          </p:cNvSpPr>
          <p:nvPr>
            <p:ph type="body" idx="1"/>
          </p:nvPr>
        </p:nvSpPr>
        <p:spPr>
          <a:prstGeom prst="rect">
            <a:avLst/>
          </a:prstGeom>
        </p:spPr>
        <p:txBody>
          <a:bodyPr/>
          <a:lstStyle/>
          <a:p>
            <a:r>
              <a:rPr dirty="0">
                <a:latin typeface="American Typewriter"/>
                <a:ea typeface="American Typewriter"/>
                <a:cs typeface="American Typewriter"/>
                <a:sym typeface="American Typewriter"/>
              </a:rPr>
              <a:t>exp(x)</a:t>
            </a:r>
            <a:r>
              <a:rPr dirty="0"/>
              <a:t> overflows for large </a:t>
            </a:r>
            <a:r>
              <a:rPr dirty="0">
                <a:latin typeface="American Typewriter"/>
                <a:ea typeface="American Typewriter"/>
                <a:cs typeface="American Typewriter"/>
                <a:sym typeface="American Typewriter"/>
              </a:rPr>
              <a:t>x</a:t>
            </a:r>
          </a:p>
          <a:p>
            <a:pPr lvl="1"/>
            <a:r>
              <a:rPr dirty="0"/>
              <a:t>Doesn’t need to be very large</a:t>
            </a:r>
          </a:p>
          <a:p>
            <a:pPr lvl="1"/>
            <a:r>
              <a:rPr dirty="0"/>
              <a:t>Never use large </a:t>
            </a:r>
            <a:r>
              <a:rPr dirty="0">
                <a:latin typeface="American Typewriter"/>
                <a:ea typeface="American Typewriter"/>
                <a:cs typeface="American Typewriter"/>
                <a:sym typeface="American Typewriter"/>
              </a:rPr>
              <a:t>x</a:t>
            </a:r>
          </a:p>
          <a:p>
            <a:r>
              <a:rPr dirty="0">
                <a:latin typeface="American Typewriter"/>
                <a:ea typeface="American Typewriter"/>
                <a:cs typeface="American Typewriter"/>
                <a:sym typeface="American Typewriter"/>
              </a:rPr>
              <a:t>exp(x)</a:t>
            </a:r>
            <a:r>
              <a:rPr dirty="0"/>
              <a:t> underflows for very negative </a:t>
            </a:r>
            <a:r>
              <a:rPr dirty="0">
                <a:latin typeface="American Typewriter"/>
                <a:ea typeface="American Typewriter"/>
                <a:cs typeface="American Typewriter"/>
                <a:sym typeface="American Typewriter"/>
              </a:rPr>
              <a:t>x</a:t>
            </a:r>
          </a:p>
          <a:p>
            <a:pPr lvl="1"/>
            <a:r>
              <a:rPr dirty="0"/>
              <a:t>Possibly not a problem</a:t>
            </a:r>
          </a:p>
          <a:p>
            <a:pPr lvl="1"/>
            <a:r>
              <a:rPr dirty="0"/>
              <a:t>Possibly catastrophic if </a:t>
            </a:r>
            <a:r>
              <a:rPr dirty="0">
                <a:latin typeface="American Typewriter"/>
                <a:ea typeface="American Typewriter"/>
                <a:cs typeface="American Typewriter"/>
                <a:sym typeface="American Typewriter"/>
              </a:rPr>
              <a:t>exp(x)</a:t>
            </a:r>
            <a:r>
              <a:rPr dirty="0"/>
              <a:t> is a denominator, an argument to a logarithm, etc.</a:t>
            </a:r>
          </a:p>
        </p:txBody>
      </p:sp>
      <p:sp>
        <p:nvSpPr>
          <p:cNvPr id="587" name="Shape 587"/>
          <p:cNvSpPr txBox="1">
            <a:spLocks noGrp="1"/>
          </p:cNvSpPr>
          <p:nvPr>
            <p:ph type="title"/>
          </p:nvPr>
        </p:nvSpPr>
        <p:spPr>
          <a:prstGeom prst="rect">
            <a:avLst/>
          </a:prstGeom>
        </p:spPr>
        <p:txBody>
          <a:bodyPr/>
          <a:lstStyle>
            <a:lvl1pPr>
              <a:defRPr>
                <a:latin typeface="American Typewriter"/>
                <a:ea typeface="American Typewriter"/>
                <a:cs typeface="American Typewriter"/>
                <a:sym typeface="American Typewriter"/>
              </a:defRPr>
            </a:lvl1pPr>
          </a:lstStyle>
          <a:p>
            <a:r>
              <a:t>exp</a:t>
            </a:r>
          </a:p>
        </p:txBody>
      </p:sp>
      <p:sp>
        <p:nvSpPr>
          <p:cNvPr id="588" name="Shape 588"/>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74</a:t>
            </a:fld>
            <a:endParaRPr/>
          </a:p>
        </p:txBody>
      </p:sp>
    </p:spTree>
  </p:cSld>
  <p:clrMapOvr>
    <a:masterClrMapping/>
  </p:clrMapOvr>
  <p:transition spd="med"/>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0" name="Shape 590"/>
          <p:cNvSpPr txBox="1">
            <a:spLocks noGrp="1"/>
          </p:cNvSpPr>
          <p:nvPr>
            <p:ph type="body" idx="1"/>
          </p:nvPr>
        </p:nvSpPr>
        <p:spPr>
          <a:prstGeom prst="rect">
            <a:avLst/>
          </a:prstGeom>
        </p:spPr>
        <p:txBody>
          <a:bodyPr/>
          <a:lstStyle/>
          <a:p>
            <a:pPr>
              <a:defRPr>
                <a:latin typeface="American Typewriter"/>
                <a:ea typeface="American Typewriter"/>
                <a:cs typeface="American Typewriter"/>
                <a:sym typeface="American Typewriter"/>
              </a:defRPr>
            </a:pPr>
            <a:r>
              <a:rPr dirty="0"/>
              <a:t>log(0) = - inf</a:t>
            </a:r>
          </a:p>
          <a:p>
            <a:pPr>
              <a:defRPr>
                <a:latin typeface="American Typewriter"/>
                <a:ea typeface="American Typewriter"/>
                <a:cs typeface="American Typewriter"/>
                <a:sym typeface="American Typewriter"/>
              </a:defRPr>
            </a:pPr>
            <a:r>
              <a:rPr dirty="0"/>
              <a:t>log(&lt;negative&gt;)</a:t>
            </a:r>
            <a:r>
              <a:rPr dirty="0">
                <a:latin typeface="Calibri"/>
                <a:ea typeface="Calibri"/>
                <a:cs typeface="Calibri"/>
                <a:sym typeface="Calibri"/>
              </a:rPr>
              <a:t> is imaginary, usually </a:t>
            </a:r>
            <a:r>
              <a:rPr dirty="0"/>
              <a:t>nan</a:t>
            </a:r>
            <a:r>
              <a:rPr dirty="0">
                <a:latin typeface="+mn-lt"/>
                <a:ea typeface="+mn-ea"/>
                <a:cs typeface="+mn-cs"/>
                <a:sym typeface="Helvetica"/>
              </a:rPr>
              <a:t> </a:t>
            </a:r>
            <a:r>
              <a:rPr dirty="0">
                <a:latin typeface="Calibri"/>
                <a:ea typeface="Calibri"/>
                <a:cs typeface="Calibri"/>
                <a:sym typeface="Calibri"/>
              </a:rPr>
              <a:t>in software</a:t>
            </a:r>
          </a:p>
          <a:p>
            <a:pPr>
              <a:defRPr>
                <a:latin typeface="American Typewriter"/>
                <a:ea typeface="American Typewriter"/>
                <a:cs typeface="American Typewriter"/>
                <a:sym typeface="American Typewriter"/>
              </a:defRPr>
            </a:pPr>
            <a:r>
              <a:rPr dirty="0"/>
              <a:t>sqrt(0)</a:t>
            </a:r>
            <a:r>
              <a:rPr dirty="0">
                <a:latin typeface="+mn-lt"/>
                <a:ea typeface="+mn-ea"/>
                <a:cs typeface="+mn-cs"/>
                <a:sym typeface="Helvetica"/>
              </a:rPr>
              <a:t> </a:t>
            </a:r>
            <a:r>
              <a:rPr dirty="0">
                <a:latin typeface="Calibri"/>
                <a:ea typeface="Calibri"/>
                <a:cs typeface="Calibri"/>
                <a:sym typeface="Calibri"/>
              </a:rPr>
              <a:t>is</a:t>
            </a:r>
            <a:r>
              <a:rPr dirty="0">
                <a:latin typeface="+mn-lt"/>
                <a:ea typeface="+mn-ea"/>
                <a:cs typeface="+mn-cs"/>
                <a:sym typeface="Helvetica"/>
              </a:rPr>
              <a:t> </a:t>
            </a:r>
            <a:r>
              <a:rPr dirty="0"/>
              <a:t>0</a:t>
            </a:r>
            <a:r>
              <a:rPr dirty="0">
                <a:latin typeface="Calibri"/>
                <a:ea typeface="Calibri"/>
                <a:cs typeface="Calibri"/>
                <a:sym typeface="Calibri"/>
              </a:rPr>
              <a:t>, but its</a:t>
            </a:r>
            <a:r>
              <a:rPr dirty="0">
                <a:latin typeface="+mn-lt"/>
                <a:ea typeface="+mn-ea"/>
                <a:cs typeface="+mn-cs"/>
                <a:sym typeface="Helvetica"/>
              </a:rPr>
              <a:t> </a:t>
            </a:r>
            <a:r>
              <a:rPr i="1" dirty="0">
                <a:latin typeface="+mn-lt"/>
                <a:ea typeface="+mn-ea"/>
                <a:cs typeface="+mn-cs"/>
                <a:sym typeface="Helvetica"/>
              </a:rPr>
              <a:t>derivative</a:t>
            </a:r>
            <a:r>
              <a:rPr dirty="0">
                <a:latin typeface="+mn-lt"/>
                <a:ea typeface="+mn-ea"/>
                <a:cs typeface="+mn-cs"/>
                <a:sym typeface="Helvetica"/>
              </a:rPr>
              <a:t> </a:t>
            </a:r>
            <a:r>
              <a:rPr dirty="0">
                <a:latin typeface="Calibri"/>
                <a:ea typeface="Calibri"/>
                <a:cs typeface="Calibri"/>
                <a:sym typeface="Calibri"/>
              </a:rPr>
              <a:t>has a divide by zero</a:t>
            </a:r>
          </a:p>
          <a:p>
            <a:r>
              <a:rPr dirty="0"/>
              <a:t>Definitely avoid underflow or round-to-negative in the argument!</a:t>
            </a:r>
          </a:p>
        </p:txBody>
      </p:sp>
      <p:sp>
        <p:nvSpPr>
          <p:cNvPr id="591" name="Shape 591"/>
          <p:cNvSpPr txBox="1">
            <a:spLocks noGrp="1"/>
          </p:cNvSpPr>
          <p:nvPr>
            <p:ph type="title"/>
          </p:nvPr>
        </p:nvSpPr>
        <p:spPr>
          <a:prstGeom prst="rect">
            <a:avLst/>
          </a:prstGeom>
        </p:spPr>
        <p:txBody>
          <a:bodyPr/>
          <a:lstStyle/>
          <a:p>
            <a:pPr>
              <a:defRPr>
                <a:latin typeface="American Typewriter"/>
                <a:ea typeface="American Typewriter"/>
                <a:cs typeface="American Typewriter"/>
                <a:sym typeface="American Typewriter"/>
              </a:defRPr>
            </a:pPr>
            <a:r>
              <a:t>log </a:t>
            </a:r>
            <a:r>
              <a:rPr>
                <a:latin typeface="+mn-lt"/>
                <a:ea typeface="+mn-ea"/>
                <a:cs typeface="+mn-cs"/>
                <a:sym typeface="Helvetica"/>
              </a:rPr>
              <a:t>and</a:t>
            </a:r>
            <a:r>
              <a:t> sqrt</a:t>
            </a:r>
          </a:p>
        </p:txBody>
      </p:sp>
      <p:sp>
        <p:nvSpPr>
          <p:cNvPr id="592" name="Shape 592"/>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75</a:t>
            </a:fld>
            <a:endParaRPr/>
          </a:p>
        </p:txBody>
      </p:sp>
    </p:spTree>
  </p:cSld>
  <p:clrMapOvr>
    <a:masterClrMapping/>
  </p:clrMapOvr>
  <p:transition spd="med"/>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4" name="Shape 594"/>
          <p:cNvSpPr txBox="1">
            <a:spLocks noGrp="1"/>
          </p:cNvSpPr>
          <p:nvPr>
            <p:ph type="body" idx="1"/>
          </p:nvPr>
        </p:nvSpPr>
        <p:spPr>
          <a:prstGeom prst="rect">
            <a:avLst/>
          </a:prstGeom>
        </p:spPr>
        <p:txBody>
          <a:bodyPr/>
          <a:lstStyle/>
          <a:p>
            <a:pPr>
              <a:defRPr>
                <a:latin typeface="American Typewriter"/>
                <a:ea typeface="American Typewriter"/>
                <a:cs typeface="American Typewriter"/>
                <a:sym typeface="American Typewriter"/>
              </a:defRPr>
            </a:pPr>
            <a:r>
              <a:t>log exp(x)</a:t>
            </a:r>
            <a:r>
              <a:rPr>
                <a:latin typeface="+mn-lt"/>
                <a:ea typeface="+mn-ea"/>
                <a:cs typeface="+mn-cs"/>
                <a:sym typeface="Helvetica"/>
              </a:rPr>
              <a:t> </a:t>
            </a:r>
            <a:r>
              <a:rPr>
                <a:latin typeface="Calibri"/>
                <a:ea typeface="Calibri"/>
                <a:cs typeface="Calibri"/>
                <a:sym typeface="Calibri"/>
              </a:rPr>
              <a:t>is a common pattern</a:t>
            </a:r>
          </a:p>
          <a:p>
            <a:pPr>
              <a:defRPr>
                <a:latin typeface="American Typewriter"/>
                <a:ea typeface="American Typewriter"/>
                <a:cs typeface="American Typewriter"/>
                <a:sym typeface="American Typewriter"/>
              </a:defRPr>
            </a:pPr>
            <a:r>
              <a:rPr>
                <a:latin typeface="Calibri"/>
                <a:ea typeface="Calibri"/>
                <a:cs typeface="Calibri"/>
                <a:sym typeface="Calibri"/>
              </a:rPr>
              <a:t>Should be simplified to</a:t>
            </a:r>
            <a:r>
              <a:rPr>
                <a:latin typeface="+mn-lt"/>
                <a:ea typeface="+mn-ea"/>
                <a:cs typeface="+mn-cs"/>
                <a:sym typeface="Helvetica"/>
              </a:rPr>
              <a:t> </a:t>
            </a:r>
            <a:r>
              <a:t>x</a:t>
            </a:r>
          </a:p>
          <a:p>
            <a:r>
              <a:t>Avoids:</a:t>
            </a:r>
          </a:p>
          <a:p>
            <a:pPr lvl="1"/>
            <a:r>
              <a:t>Overflow in </a:t>
            </a:r>
            <a:r>
              <a:rPr>
                <a:latin typeface="American Typewriter"/>
                <a:ea typeface="American Typewriter"/>
                <a:cs typeface="American Typewriter"/>
                <a:sym typeface="American Typewriter"/>
              </a:rPr>
              <a:t>exp</a:t>
            </a:r>
          </a:p>
          <a:p>
            <a:pPr lvl="1"/>
            <a:r>
              <a:t>Underflow in </a:t>
            </a:r>
            <a:r>
              <a:rPr>
                <a:latin typeface="American Typewriter"/>
                <a:ea typeface="American Typewriter"/>
                <a:cs typeface="American Typewriter"/>
                <a:sym typeface="American Typewriter"/>
              </a:rPr>
              <a:t>exp</a:t>
            </a:r>
            <a:r>
              <a:t> causing </a:t>
            </a:r>
            <a:r>
              <a:rPr>
                <a:latin typeface="American Typewriter"/>
                <a:ea typeface="American Typewriter"/>
                <a:cs typeface="American Typewriter"/>
                <a:sym typeface="American Typewriter"/>
              </a:rPr>
              <a:t>-inf</a:t>
            </a:r>
            <a:r>
              <a:t> in </a:t>
            </a:r>
            <a:r>
              <a:rPr>
                <a:latin typeface="American Typewriter"/>
                <a:ea typeface="American Typewriter"/>
                <a:cs typeface="American Typewriter"/>
                <a:sym typeface="American Typewriter"/>
              </a:rPr>
              <a:t>log</a:t>
            </a:r>
          </a:p>
        </p:txBody>
      </p:sp>
      <p:sp>
        <p:nvSpPr>
          <p:cNvPr id="595" name="Shape 595"/>
          <p:cNvSpPr txBox="1">
            <a:spLocks noGrp="1"/>
          </p:cNvSpPr>
          <p:nvPr>
            <p:ph type="title"/>
          </p:nvPr>
        </p:nvSpPr>
        <p:spPr>
          <a:prstGeom prst="rect">
            <a:avLst/>
          </a:prstGeom>
        </p:spPr>
        <p:txBody>
          <a:bodyPr/>
          <a:lstStyle>
            <a:lvl1pPr>
              <a:defRPr>
                <a:latin typeface="American Typewriter"/>
                <a:ea typeface="American Typewriter"/>
                <a:cs typeface="American Typewriter"/>
                <a:sym typeface="American Typewriter"/>
              </a:defRPr>
            </a:lvl1pPr>
          </a:lstStyle>
          <a:p>
            <a:r>
              <a:t>log exp</a:t>
            </a:r>
          </a:p>
        </p:txBody>
      </p:sp>
      <p:sp>
        <p:nvSpPr>
          <p:cNvPr id="596" name="Shape 596"/>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76</a:t>
            </a:fld>
            <a:endParaRPr/>
          </a:p>
        </p:txBody>
      </p:sp>
    </p:spTree>
  </p:cSld>
  <p:clrMapOvr>
    <a:masterClrMapping/>
  </p:clrMapOvr>
  <p:transition spd="med"/>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8" name="Shape 598"/>
          <p:cNvSpPr txBox="1">
            <a:spLocks noGrp="1"/>
          </p:cNvSpPr>
          <p:nvPr>
            <p:ph type="body" idx="1"/>
          </p:nvPr>
        </p:nvSpPr>
        <p:spPr>
          <a:prstGeom prst="rect">
            <a:avLst/>
          </a:prstGeom>
        </p:spPr>
        <p:txBody>
          <a:bodyPr/>
          <a:lstStyle/>
          <a:p>
            <a:pPr>
              <a:defRPr>
                <a:latin typeface="American Typewriter"/>
                <a:ea typeface="American Typewriter"/>
                <a:cs typeface="American Typewriter"/>
                <a:sym typeface="American Typewriter"/>
              </a:defRPr>
            </a:pPr>
            <a:r>
              <a:t>log exp(x)</a:t>
            </a:r>
            <a:r>
              <a:rPr>
                <a:latin typeface="+mn-lt"/>
                <a:ea typeface="+mn-ea"/>
                <a:cs typeface="+mn-cs"/>
                <a:sym typeface="Helvetica"/>
              </a:rPr>
              <a:t> </a:t>
            </a:r>
            <a:r>
              <a:rPr>
                <a:latin typeface="Calibri"/>
                <a:ea typeface="Calibri"/>
                <a:cs typeface="Calibri"/>
                <a:sym typeface="Calibri"/>
              </a:rPr>
              <a:t>is a common pattern</a:t>
            </a:r>
          </a:p>
          <a:p>
            <a:pPr>
              <a:defRPr>
                <a:latin typeface="American Typewriter"/>
                <a:ea typeface="American Typewriter"/>
                <a:cs typeface="American Typewriter"/>
                <a:sym typeface="American Typewriter"/>
              </a:defRPr>
            </a:pPr>
            <a:r>
              <a:rPr>
                <a:latin typeface="Calibri"/>
                <a:ea typeface="Calibri"/>
                <a:cs typeface="Calibri"/>
                <a:sym typeface="Calibri"/>
              </a:rPr>
              <a:t>Should be simplified to</a:t>
            </a:r>
            <a:r>
              <a:rPr>
                <a:latin typeface="+mn-lt"/>
                <a:ea typeface="+mn-ea"/>
                <a:cs typeface="+mn-cs"/>
                <a:sym typeface="Helvetica"/>
              </a:rPr>
              <a:t> </a:t>
            </a:r>
            <a:r>
              <a:t>x</a:t>
            </a:r>
          </a:p>
          <a:p>
            <a:r>
              <a:t>Avoids:</a:t>
            </a:r>
          </a:p>
          <a:p>
            <a:pPr lvl="1"/>
            <a:r>
              <a:t>Overflow in </a:t>
            </a:r>
            <a:r>
              <a:rPr>
                <a:latin typeface="American Typewriter"/>
                <a:ea typeface="American Typewriter"/>
                <a:cs typeface="American Typewriter"/>
                <a:sym typeface="American Typewriter"/>
              </a:rPr>
              <a:t>exp</a:t>
            </a:r>
          </a:p>
          <a:p>
            <a:pPr lvl="1"/>
            <a:r>
              <a:t>Underflow in </a:t>
            </a:r>
            <a:r>
              <a:rPr>
                <a:latin typeface="American Typewriter"/>
                <a:ea typeface="American Typewriter"/>
                <a:cs typeface="American Typewriter"/>
                <a:sym typeface="American Typewriter"/>
              </a:rPr>
              <a:t>exp</a:t>
            </a:r>
            <a:r>
              <a:t> causing </a:t>
            </a:r>
            <a:r>
              <a:rPr>
                <a:latin typeface="American Typewriter"/>
                <a:ea typeface="American Typewriter"/>
                <a:cs typeface="American Typewriter"/>
                <a:sym typeface="American Typewriter"/>
              </a:rPr>
              <a:t>-inf</a:t>
            </a:r>
            <a:r>
              <a:t> in </a:t>
            </a:r>
            <a:r>
              <a:rPr>
                <a:latin typeface="American Typewriter"/>
                <a:ea typeface="American Typewriter"/>
                <a:cs typeface="American Typewriter"/>
                <a:sym typeface="American Typewriter"/>
              </a:rPr>
              <a:t>log</a:t>
            </a:r>
          </a:p>
        </p:txBody>
      </p:sp>
      <p:sp>
        <p:nvSpPr>
          <p:cNvPr id="599" name="Shape 599"/>
          <p:cNvSpPr txBox="1">
            <a:spLocks noGrp="1"/>
          </p:cNvSpPr>
          <p:nvPr>
            <p:ph type="title"/>
          </p:nvPr>
        </p:nvSpPr>
        <p:spPr>
          <a:prstGeom prst="rect">
            <a:avLst/>
          </a:prstGeom>
        </p:spPr>
        <p:txBody>
          <a:bodyPr/>
          <a:lstStyle>
            <a:lvl1pPr>
              <a:defRPr>
                <a:latin typeface="American Typewriter"/>
                <a:ea typeface="American Typewriter"/>
                <a:cs typeface="American Typewriter"/>
                <a:sym typeface="American Typewriter"/>
              </a:defRPr>
            </a:lvl1pPr>
          </a:lstStyle>
          <a:p>
            <a:r>
              <a:t>log exp</a:t>
            </a:r>
          </a:p>
        </p:txBody>
      </p:sp>
      <p:sp>
        <p:nvSpPr>
          <p:cNvPr id="600" name="Shape 600"/>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77</a:t>
            </a:fld>
            <a:endParaRPr/>
          </a:p>
        </p:txBody>
      </p:sp>
      <p:sp>
        <p:nvSpPr>
          <p:cNvPr id="601" name="Shape 601"/>
          <p:cNvSpPr txBox="1"/>
          <p:nvPr/>
        </p:nvSpPr>
        <p:spPr>
          <a:xfrm>
            <a:off x="1551980" y="4970239"/>
            <a:ext cx="6040039" cy="33308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p>
            <a:r>
              <a:rPr>
                <a:solidFill>
                  <a:schemeClr val="accent2"/>
                </a:solidFill>
              </a:rPr>
              <a:t>Also see</a:t>
            </a:r>
            <a:r>
              <a:t> </a:t>
            </a:r>
            <a:r>
              <a:rPr u="sng">
                <a:solidFill>
                  <a:srgbClr val="0000FF"/>
                </a:solidFill>
                <a:uFill>
                  <a:solidFill>
                    <a:srgbClr val="0000FF"/>
                  </a:solidFill>
                </a:uFill>
                <a:hlinkClick r:id="rId2"/>
              </a:rPr>
              <a:t>https://blog.feedly.com/tricks-of-the-trade-logsumexp/</a:t>
            </a:r>
          </a:p>
        </p:txBody>
      </p:sp>
    </p:spTree>
  </p:cSld>
  <p:clrMapOvr>
    <a:masterClrMapping/>
  </p:clrMapOvr>
  <p:transition spd="med"/>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3" name="Shape 603"/>
          <p:cNvSpPr txBox="1">
            <a:spLocks noGrp="1"/>
          </p:cNvSpPr>
          <p:nvPr>
            <p:ph type="body" idx="1"/>
          </p:nvPr>
        </p:nvSpPr>
        <p:spPr>
          <a:prstGeom prst="rect">
            <a:avLst/>
          </a:prstGeom>
        </p:spPr>
        <p:txBody>
          <a:bodyPr/>
          <a:lstStyle/>
          <a:p>
            <a:pPr lvl="1"/>
            <a:r>
              <a:t>If you increase your learning rate and the loss </a:t>
            </a:r>
            <a:r>
              <a:rPr i="1">
                <a:latin typeface="+mn-lt"/>
                <a:ea typeface="+mn-ea"/>
                <a:cs typeface="+mn-cs"/>
                <a:sym typeface="Helvetica"/>
              </a:rPr>
              <a:t>gets stuck</a:t>
            </a:r>
            <a:r>
              <a:t>, you are probably rounding your gradient to zero somewhere: maybe computing cross-entropy using probabilities instead of logits</a:t>
            </a:r>
          </a:p>
          <a:p>
            <a:pPr lvl="1"/>
            <a:r>
              <a:t>For correctly implemented loss, too high of learning rate should usually cause </a:t>
            </a:r>
            <a:r>
              <a:rPr i="1">
                <a:latin typeface="+mn-lt"/>
                <a:ea typeface="+mn-ea"/>
                <a:cs typeface="+mn-cs"/>
                <a:sym typeface="Helvetica"/>
              </a:rPr>
              <a:t>explosion</a:t>
            </a:r>
          </a:p>
        </p:txBody>
      </p:sp>
      <p:sp>
        <p:nvSpPr>
          <p:cNvPr id="604" name="Shape 604"/>
          <p:cNvSpPr txBox="1">
            <a:spLocks noGrp="1"/>
          </p:cNvSpPr>
          <p:nvPr>
            <p:ph type="title"/>
          </p:nvPr>
        </p:nvSpPr>
        <p:spPr>
          <a:prstGeom prst="rect">
            <a:avLst/>
          </a:prstGeom>
        </p:spPr>
        <p:txBody>
          <a:bodyPr/>
          <a:lstStyle/>
          <a:p>
            <a:r>
              <a:t>Bug hunting strategies</a:t>
            </a:r>
          </a:p>
        </p:txBody>
      </p:sp>
      <p:sp>
        <p:nvSpPr>
          <p:cNvPr id="605" name="Shape 605"/>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78</a:t>
            </a:fld>
            <a:endParaRPr/>
          </a:p>
        </p:txBody>
      </p:sp>
    </p:spTree>
  </p:cSld>
  <p:clrMapOvr>
    <a:masterClrMapping/>
  </p:clrMapOvr>
  <p:transition spd="med"/>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7" name="Shape 607"/>
          <p:cNvSpPr txBox="1">
            <a:spLocks noGrp="1"/>
          </p:cNvSpPr>
          <p:nvPr>
            <p:ph type="body" idx="1"/>
          </p:nvPr>
        </p:nvSpPr>
        <p:spPr>
          <a:prstGeom prst="rect">
            <a:avLst/>
          </a:prstGeom>
        </p:spPr>
        <p:txBody>
          <a:bodyPr/>
          <a:lstStyle/>
          <a:p>
            <a:r>
              <a:t>If you see explosion (NaNs, very large values) immediately suspect:</a:t>
            </a:r>
          </a:p>
          <a:p>
            <a:pPr lvl="1"/>
            <a:r>
              <a:t>log</a:t>
            </a:r>
          </a:p>
          <a:p>
            <a:pPr lvl="1"/>
            <a:r>
              <a:t>exp</a:t>
            </a:r>
          </a:p>
          <a:p>
            <a:pPr lvl="1"/>
            <a:r>
              <a:t>sqrt</a:t>
            </a:r>
          </a:p>
          <a:p>
            <a:pPr lvl="1"/>
            <a:r>
              <a:t>division</a:t>
            </a:r>
          </a:p>
          <a:p>
            <a:r>
              <a:t>Always suspect the code that changed most recently</a:t>
            </a:r>
          </a:p>
        </p:txBody>
      </p:sp>
      <p:sp>
        <p:nvSpPr>
          <p:cNvPr id="608" name="Shape 608"/>
          <p:cNvSpPr txBox="1">
            <a:spLocks noGrp="1"/>
          </p:cNvSpPr>
          <p:nvPr>
            <p:ph type="title"/>
          </p:nvPr>
        </p:nvSpPr>
        <p:spPr>
          <a:prstGeom prst="rect">
            <a:avLst/>
          </a:prstGeom>
        </p:spPr>
        <p:txBody>
          <a:bodyPr/>
          <a:lstStyle/>
          <a:p>
            <a:r>
              <a:t>Bug hunting strategies</a:t>
            </a:r>
          </a:p>
        </p:txBody>
      </p:sp>
      <p:sp>
        <p:nvSpPr>
          <p:cNvPr id="609" name="Shape 609"/>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79</a:t>
            </a:fld>
            <a:endParaRPr/>
          </a:p>
        </p:txBody>
      </p:sp>
    </p:spTree>
  </p:cSld>
  <p:clrMapOvr>
    <a:masterClrMapping/>
  </p:clrMapOvr>
  <p:transition spd="med"/>
</p:sld>
</file>

<file path=ppt/theme/theme1.xml><?xml version="1.0" encoding="utf-8"?>
<a:theme xmlns:a="http://schemas.openxmlformats.org/drawingml/2006/main" name="Default">
  <a:themeElements>
    <a:clrScheme name="Default">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Default">
      <a:majorFont>
        <a:latin typeface="Helvetica Neue"/>
        <a:ea typeface="Helvetica Neue"/>
        <a:cs typeface="Helvetica Neue"/>
      </a:majorFont>
      <a:minorFont>
        <a:latin typeface="Helvetica"/>
        <a:ea typeface="Helvetica"/>
        <a:cs typeface="Helvetica"/>
      </a:minorFont>
    </a:fontScheme>
    <a:fmtScheme name="Defaul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bevel/>
        </a:ln>
        <a:effectLst>
          <a:outerShdw blurRad="38100" dist="23000" dir="5400000" rotWithShape="0">
            <a:srgbClr val="000000">
              <a:alpha val="35000"/>
            </a:srgbClr>
          </a:outerShdw>
        </a:effectLst>
        <a:sp3d/>
      </a:spPr>
      <a:bodyPr rot="0" spcFirstLastPara="1" vertOverflow="overflow" horzOverflow="overflow" vert="horz" wrap="square" lIns="45719" tIns="45719" rIns="45719" bIns="45719" numCol="1" spcCol="38100" rtlCol="0" anchor="ctr">
        <a:spAutoFit/>
      </a:bodyPr>
      <a:lstStyle>
        <a:defPPr marL="0" marR="0" indent="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bevel/>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Default">
  <a:themeElements>
    <a:clrScheme name="Default">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Default">
      <a:majorFont>
        <a:latin typeface="Helvetica Neue"/>
        <a:ea typeface="Helvetica Neue"/>
        <a:cs typeface="Helvetica Neue"/>
      </a:majorFont>
      <a:minorFont>
        <a:latin typeface="Helvetica"/>
        <a:ea typeface="Helvetica"/>
        <a:cs typeface="Helvetica"/>
      </a:minorFont>
    </a:fontScheme>
    <a:fmtScheme name="Defaul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bevel/>
        </a:ln>
        <a:effectLst>
          <a:outerShdw blurRad="38100" dist="23000" dir="5400000" rotWithShape="0">
            <a:srgbClr val="000000">
              <a:alpha val="35000"/>
            </a:srgbClr>
          </a:outerShdw>
        </a:effectLst>
        <a:sp3d/>
      </a:spPr>
      <a:bodyPr rot="0" spcFirstLastPara="1" vertOverflow="overflow" horzOverflow="overflow" vert="horz" wrap="square" lIns="45719" tIns="45719" rIns="45719" bIns="45719" numCol="1" spcCol="38100" rtlCol="0" anchor="ctr">
        <a:spAutoFit/>
      </a:bodyPr>
      <a:lstStyle>
        <a:defPPr marL="0" marR="0" indent="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bevel/>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12299</TotalTime>
  <Words>2749</Words>
  <Application>Microsoft Office PowerPoint</Application>
  <PresentationFormat>On-screen Show (4:3)</PresentationFormat>
  <Paragraphs>476</Paragraphs>
  <Slides>79</Slides>
  <Notes>17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79</vt:i4>
      </vt:variant>
    </vt:vector>
  </HeadingPairs>
  <TitlesOfParts>
    <vt:vector size="85" baseType="lpstr">
      <vt:lpstr>American Typewriter</vt:lpstr>
      <vt:lpstr>Helvetica Light</vt:lpstr>
      <vt:lpstr>Helvetica Neue</vt:lpstr>
      <vt:lpstr>Arial</vt:lpstr>
      <vt:lpstr>Calibri</vt:lpstr>
      <vt:lpstr>Default</vt:lpstr>
      <vt:lpstr>Deep Learning (CS324)  2. Mathematical background*</vt:lpstr>
      <vt:lpstr>Linear algebra</vt:lpstr>
      <vt:lpstr>PowerPoint Presentation</vt:lpstr>
      <vt:lpstr>Scalars and vectors</vt:lpstr>
      <vt:lpstr>Matrices and tensors</vt:lpstr>
      <vt:lpstr>Matrix transpose</vt:lpstr>
      <vt:lpstr>Matrix addition and subtraction</vt:lpstr>
      <vt:lpstr>Scalar multiplication</vt:lpstr>
      <vt:lpstr>Matrix multiplication</vt:lpstr>
      <vt:lpstr>Identity matrix</vt:lpstr>
      <vt:lpstr>Trace of a matrix</vt:lpstr>
      <vt:lpstr>Linear systems of equations</vt:lpstr>
      <vt:lpstr>Linear systems of equations</vt:lpstr>
      <vt:lpstr>Linear systems of equations</vt:lpstr>
      <vt:lpstr>Norms</vt:lpstr>
      <vt:lpstr>Norms</vt:lpstr>
      <vt:lpstr>Special vectors and matrices</vt:lpstr>
      <vt:lpstr>Matrix eigendecomposition</vt:lpstr>
      <vt:lpstr>Eigenvalues interpretation</vt:lpstr>
      <vt:lpstr>Singular value decomposition</vt:lpstr>
      <vt:lpstr>Singular value decomposition</vt:lpstr>
      <vt:lpstr>Singular value decomposition</vt:lpstr>
      <vt:lpstr>Singular value decomposition</vt:lpstr>
      <vt:lpstr>Singular value decomposition</vt:lpstr>
      <vt:lpstr>Singular value decomposition</vt:lpstr>
      <vt:lpstr>Singular value decomposition</vt:lpstr>
      <vt:lpstr>Probability &amp; information theory</vt:lpstr>
      <vt:lpstr>PowerPoint Presentation</vt:lpstr>
      <vt:lpstr>Probability mass function</vt:lpstr>
      <vt:lpstr>Probability density function</vt:lpstr>
      <vt:lpstr>A few important rules…</vt:lpstr>
      <vt:lpstr>A few important rules…</vt:lpstr>
      <vt:lpstr>Bayes’ Rule</vt:lpstr>
      <vt:lpstr>Bayes’ Rule</vt:lpstr>
      <vt:lpstr>Expectation</vt:lpstr>
      <vt:lpstr>Variance and covariance</vt:lpstr>
      <vt:lpstr>Bernoulli distribution</vt:lpstr>
      <vt:lpstr>Gaussian distribution</vt:lpstr>
      <vt:lpstr>Gaussian distribution</vt:lpstr>
      <vt:lpstr>Multivariate Gaussian</vt:lpstr>
      <vt:lpstr>More distributions</vt:lpstr>
      <vt:lpstr>More distributions</vt:lpstr>
      <vt:lpstr>Mixture distributions</vt:lpstr>
      <vt:lpstr>Logistic sigmoid</vt:lpstr>
      <vt:lpstr>Information theory</vt:lpstr>
      <vt:lpstr>Entropy of a Bernoulli variable</vt:lpstr>
      <vt:lpstr>The KL divergence is asymmetric</vt:lpstr>
      <vt:lpstr>Optimisation and numerical computation</vt:lpstr>
      <vt:lpstr>PowerPoint Presentation</vt:lpstr>
      <vt:lpstr>First order derivatives</vt:lpstr>
      <vt:lpstr>Gradient descent</vt:lpstr>
      <vt:lpstr>Gradient descent</vt:lpstr>
      <vt:lpstr>Gradient descent</vt:lpstr>
      <vt:lpstr>Approximate optimisation</vt:lpstr>
      <vt:lpstr>Critical points</vt:lpstr>
      <vt:lpstr>Optimising in deep learning</vt:lpstr>
      <vt:lpstr>Curvature</vt:lpstr>
      <vt:lpstr>Second order derivatives</vt:lpstr>
      <vt:lpstr>Second order derivatives</vt:lpstr>
      <vt:lpstr>Optimal step size using Taylor series</vt:lpstr>
      <vt:lpstr>Optimal step size using Taylor series</vt:lpstr>
      <vt:lpstr>Optimal step size using Taylor series</vt:lpstr>
      <vt:lpstr>Optimal step size using Taylor series</vt:lpstr>
      <vt:lpstr>Optimal step size using Taylor series</vt:lpstr>
      <vt:lpstr>Optimal step size using Taylor series</vt:lpstr>
      <vt:lpstr>Optimal step size using Taylor series</vt:lpstr>
      <vt:lpstr>Optimal step size using Taylor series</vt:lpstr>
      <vt:lpstr>Optimal step size using Taylor series</vt:lpstr>
      <vt:lpstr>Optimal step size using Taylor series</vt:lpstr>
      <vt:lpstr>“Real” issues</vt:lpstr>
      <vt:lpstr>Rounding and truncation errors</vt:lpstr>
      <vt:lpstr>Example</vt:lpstr>
      <vt:lpstr>Secondary effects</vt:lpstr>
      <vt:lpstr>exp</vt:lpstr>
      <vt:lpstr>log and sqrt</vt:lpstr>
      <vt:lpstr>log exp</vt:lpstr>
      <vt:lpstr>log exp</vt:lpstr>
      <vt:lpstr>Bug hunting strategies</vt:lpstr>
      <vt:lpstr>Bug hunting strategies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Deep Learning (CS324)  2. Mathematical background*</dc:title>
  <cp:lastModifiedBy>jianguo zhang</cp:lastModifiedBy>
  <cp:revision>69</cp:revision>
  <dcterms:modified xsi:type="dcterms:W3CDTF">2024-09-17T01:32:01Z</dcterms:modified>
</cp:coreProperties>
</file>